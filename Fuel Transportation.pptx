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6" r:id="rId3"/>
    <p:sldId id="277" r:id="rId4"/>
    <p:sldId id="282" r:id="rId5"/>
    <p:sldId id="281" r:id="rId6"/>
    <p:sldId id="265" r:id="rId7"/>
    <p:sldId id="288" r:id="rId8"/>
    <p:sldId id="267" r:id="rId9"/>
    <p:sldId id="285" r:id="rId10"/>
    <p:sldId id="289" r:id="rId11"/>
    <p:sldId id="286" r:id="rId12"/>
    <p:sldId id="268" r:id="rId13"/>
    <p:sldId id="28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849"/>
    <a:srgbClr val="4D4849"/>
    <a:srgbClr val="EB2E33"/>
    <a:srgbClr val="A6A6A7"/>
    <a:srgbClr val="797979"/>
    <a:srgbClr val="FA8A87"/>
    <a:srgbClr val="DB4346"/>
    <a:srgbClr val="DF4D4B"/>
    <a:srgbClr val="963234"/>
    <a:srgbClr val="DB2C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EEE712-ED3F-5DA9-25A1-87E046F24389}" v="70" dt="2026-02-11T18:38:13.767"/>
    <p1510:client id="{D42785B0-9311-47D1-AF70-4AAA13ECDDCF}" v="392" dt="2026-02-10T23:51:28.826"/>
    <p1510:client id="{D93E7E59-8EBC-EA44-8DA7-FC946987D4A2}" v="2818" dt="2026-02-11T22:46:45.485"/>
    <p1510:client id="{E6EE1F40-DBB1-97F1-6092-D918E1E07EC2}" v="247" dt="2026-02-11T15:34:38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4"/>
    <p:restoredTop sz="95728"/>
  </p:normalViewPr>
  <p:slideViewPr>
    <p:cSldViewPr snapToGrid="0">
      <p:cViewPr varScale="1">
        <p:scale>
          <a:sx n="98" d="100"/>
          <a:sy n="98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Sheet1!$C$12</c:f>
              <c:strCache>
                <c:ptCount val="1"/>
                <c:pt idx="0">
                  <c:v>Rack</c:v>
                </c:pt>
              </c:strCache>
            </c:strRef>
          </c:tx>
          <c:spPr>
            <a:solidFill>
              <a:srgbClr val="F98A87"/>
            </a:solidFill>
            <a:ln>
              <a:noFill/>
            </a:ln>
            <a:effectLst/>
          </c:spPr>
          <c:invertIfNegative val="0"/>
          <c:cat>
            <c:strRef>
              <c:f>Sheet1!$D$11:$E$11</c:f>
              <c:strCache>
                <c:ptCount val="2"/>
                <c:pt idx="0">
                  <c:v>No Arbitrage</c:v>
                </c:pt>
                <c:pt idx="1">
                  <c:v>With Arbitrage</c:v>
                </c:pt>
              </c:strCache>
            </c:strRef>
          </c:cat>
          <c:val>
            <c:numRef>
              <c:f>Sheet1!$D$12:$E$12</c:f>
              <c:numCache>
                <c:formatCode>General</c:formatCode>
                <c:ptCount val="2"/>
                <c:pt idx="0">
                  <c:v>3</c:v>
                </c:pt>
                <c:pt idx="1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2E-2E4D-84DD-D2235686851D}"/>
            </c:ext>
          </c:extLst>
        </c:ser>
        <c:ser>
          <c:idx val="1"/>
          <c:order val="1"/>
          <c:tx>
            <c:strRef>
              <c:f>Sheet1!$C$13</c:f>
              <c:strCache>
                <c:ptCount val="1"/>
                <c:pt idx="0">
                  <c:v>TC</c:v>
                </c:pt>
              </c:strCache>
            </c:strRef>
          </c:tx>
          <c:spPr>
            <a:solidFill>
              <a:srgbClr val="DF4D4B">
                <a:alpha val="94902"/>
              </a:srgbClr>
            </a:solidFill>
            <a:ln>
              <a:noFill/>
            </a:ln>
            <a:effectLst/>
          </c:spPr>
          <c:invertIfNegative val="0"/>
          <c:cat>
            <c:strRef>
              <c:f>Sheet1!$D$11:$E$11</c:f>
              <c:strCache>
                <c:ptCount val="2"/>
                <c:pt idx="0">
                  <c:v>No Arbitrage</c:v>
                </c:pt>
                <c:pt idx="1">
                  <c:v>With Arbitrage</c:v>
                </c:pt>
              </c:strCache>
            </c:strRef>
          </c:cat>
          <c:val>
            <c:numRef>
              <c:f>Sheet1!$D$13:$E$13</c:f>
              <c:numCache>
                <c:formatCode>General</c:formatCode>
                <c:ptCount val="2"/>
                <c:pt idx="0">
                  <c:v>0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2E-2E4D-84DD-D2235686851D}"/>
            </c:ext>
          </c:extLst>
        </c:ser>
        <c:ser>
          <c:idx val="2"/>
          <c:order val="2"/>
          <c:tx>
            <c:strRef>
              <c:f>Sheet1!$C$14</c:f>
              <c:strCache>
                <c:ptCount val="1"/>
                <c:pt idx="0">
                  <c:v>Added Profit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Sheet1!$D$11:$E$11</c:f>
              <c:strCache>
                <c:ptCount val="2"/>
                <c:pt idx="0">
                  <c:v>No Arbitrage</c:v>
                </c:pt>
                <c:pt idx="1">
                  <c:v>With Arbitrage</c:v>
                </c:pt>
              </c:strCache>
            </c:strRef>
          </c:cat>
          <c:val>
            <c:numRef>
              <c:f>Sheet1!$D$14:$E$14</c:f>
              <c:numCache>
                <c:formatCode>General</c:formatCode>
                <c:ptCount val="2"/>
                <c:pt idx="0">
                  <c:v>0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2E-2E4D-84DD-D22356868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78205599"/>
        <c:axId val="800281407"/>
      </c:barChart>
      <c:catAx>
        <c:axId val="11782055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00281407"/>
        <c:crosses val="autoZero"/>
        <c:auto val="1"/>
        <c:lblAlgn val="ctr"/>
        <c:lblOffset val="100"/>
        <c:noMultiLvlLbl val="0"/>
      </c:catAx>
      <c:valAx>
        <c:axId val="80028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205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4:29.887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969 1424 24575,'0'-10'0,"0"-11"0,0-13 0,0-2 0,0 2 0,0 7 0,0 6 0,0 2 0,0 3 0,0-1 0,0-3 0,-10-15 0,-12-8 0,-14-4 0,-12 0 0,-2 11 0,2 2 0,1 5 0,5 0 0,3 3 0,0 1 0,3 1 0,0 0 0,0 0 0,2-2 0,2-2 0,1-1 0,1 1 0,3 2 0,-1-2 0,-1-1 0,0 0 0,2 0 0,7 6 0,7 0 0,5 0 0,3-2 0,0-3 0,-3-6 0,-3-6 0,-5-7 0,-4-5 0,-2-1 0,-3 2 0,3 10 0,2 10 0,9 16 0,5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4:49.022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1 24575,'0'14'0,"0"9"0,0 11 0,0-1 0,0 2 0,0 2 0,0 2 0,0 6 0,0-6 0,1-5 0,1-7 0,0-7 0,1-7 0,-3-7 0,2-3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4:52.766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1 24575,'1'0'0,"1"0"0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01.462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271 533 24575,'-1'-4'0,"-1"1"0,-2-1 0,-3-2 0,-1 0 0,-3-2 0,-3-2 0,-7-5 0,-9-3 0,-5-4 0,-3 1 0,3 2 0,7 4 0,9 5 0,7 5 0,8 5 0,2 2 0,3 2 0,2-1 0,3-1 0,2-2 0,5 0 0,9-1 0,14-3 0,14-2 0,7 0 0,3 0 0,-5-1 0,-8 0 0,-8-3 0,-9-1 0,-7 0 0,-5 1 0,-3-2 0,-2 2 0,0-1 0,-2 1 0,-1 2 0,-2 1 0,-2 5 0,-1 13 0,-2 18 0,-3 6 0,0 13 0,0 9 0,0 5 0,0 7 0,0-11 0,0-14 0,0-13 0,0-10 0,0-7 0,-1-5 0,-1-3 0,-3-2 0,-3-3 0,-4-1 0,-5-1 0,-7-4 0,-8-4 0,-5-2 0,-3 0 0,3 0 0,5 3 0,9 1 0,8 2 0,6 3 0,5-2 0,1-1 0,2-1 0,1-3 0,0-8 0,4-9 0,4-12 0,4-11 0,4-6 0,1-6 0,-1 7 0,-2 9 0,-4 11 0,-4 12 0,-4 6 0,-3 8 0,-4 3 0,-5 3 0,-2 3 0,-7 2 0,-8 2 0,-7 4 0,-7 1 0,3 1 0,4 0 0,10-1 0,9 0 0,6 1 0,4 4 0,3 7 0,-2 8 0,1 6 0,0-2 0,0-6 0,2-8 0,-1-8 0,0-8 0,0-7 0,1-13 0,-1-13 0,0-17 0,0-14 0,0-7 0,2 4 0,0 10 0,0 12 0,2 13 0,2 9 0,2 9 0,3 6 0,4 3 0,9 1 0,12 0 0,10 0 0,5 1 0,1 3 0,-3 0 0,-5 0 0,-5-2 0,-6-2 0,-6 0 0,-6-3 0,-5-3 0,-3-3 0,1-6 0,1 0 0,3 3 0,-1 5 0,-2 6 0,3 1 0,4 1 0,6 6 0,4 6 0,1 3 0,-2 2 0,-6-4 0,-3-4 0,-3-4 0,-4-3 0,-4-3 0,-5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06.17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1 24575,'0'8'0,"0"7"0,0 10 0,0-1 0,0 6 0,0 0 0,0 0 0,0 4 0,1-5 0,2-4 0,5-3 0,9 2 0,7 0 0,8 3 0,4 3 0,-2-3 0,-6-3 0,-10-7 0,-7-4 0,-3 0 0,-2 1 0,2 1 0,1 5 0,2 2 0,1 1 0,1 2 0,1-2 0,0 0 0,0 1 0,0 1 0,-1 4 0,-3 5 0,-2 2 0,-3 5 0,-2 0 0,-1-2 0,-1-1 0,-1-4 0,-2-3 0,-2-5 0,-3-3 0,-4-2 0,-1 0 0,-4 1 0,-4 3 0,-7 4 0,-4 3 0,-1 3 0,-2-1 0,4-3 0,4-4 0,7-5 0,5-2 0,4-4 0,5-1 0,1-2 0,2 0 0,0-2 0,1 0 0,-1 0 0,0 0 0,0 0 0,1-2 0,1 2 0,1 2 0,1 0 0,2 1 0,1-2 0,-2-2 0,2 1 0,1-3 0,2 2 0,2 0 0,2 3 0,1 3 0,2 2 0,7 7 0,1-1 0,1 1 0,-1-2 0,-2-3 0,0-1 0,0 0 0,0-2 0,-1 0 0,1 0 0,1 0 0,1 1 0,3 1 0,1 2 0,2 1 0,0 0 0,-2-2 0,-2-3 0,-5-2 0,-3-1 0,-3-1 0,-1 0 0,-3-1 0,0 1 0,-2 0 0,1 2 0,2 1 0,1 3 0,2 3 0,0 1 0,0 2 0,-1-1 0,-1-2 0,-1-2 0,-3-1 0,0 0 0,-1 2 0,-1 3 0,-1 2 0,-1 0 0,-2 3 0,2 0 0,-3-3 0,1-1 0,0-2 0,-2-3 0,0-1 0,1-1 0,0-2 0,1-2 0,1 0 0,-1 0 0,1 2 0,0 1 0,1-1 0,-1-1 0,0-2 0,-1-3 0,0-5 0,-1-2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24.852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0 360 24575,'7'0'0,"-1"0"0,4-2 0,-3 1 0,0-3 0,1 0 0,2-1 0,1-2 0,3-2 0,2-1 0,1-2 0,0 3 0,-2 0 0,-2 0 0,0 1 0,2-2 0,2-3 0,0 0 0,-1-1 0,0 1 0,1 0 0,1-1 0,0-2 0,-1 1 0,-2 0 0,0 3 0,-3 1 0,-1 1 0,-1 1 0,-1-1 0,1 0 0,-1 0 0,1 2 0,0-2 0,1 2 0,1-1 0,-1 0 0,-1 3 0,-4 0 0,-1 4 0,-1 0 0,2 0 0,1 2 0,1 0 0,3 0 0,3 0 0,2 0 0,3 0 0,-1 0 0,-1 0 0,0 0 0,-2 1 0,-2 2 0,-3 1 0,-3 0 0,-2-1 0,0-1 0,1 1 0,2 0 0,1 3 0,3-1 0,0 2 0,-1-2 0,-1-1 0,2-1 0,-2-2 0,2-1 0,1 0 0,-1-1 0,-2-2 0,-3-2 0,2-1 0,1 0 0,3 0 0,-2 0 0,-1 1 0,-2 2 0,-1 2 0,1 1 0,3 0 0,6 1 0,4 2 0,3 2 0,0 2 0,-1 0 0,0 0 0,2 0 0,3 0 0,4-2 0,0-2 0,-3-2 0,-3-1 0,-3 0 0,-1 0 0,0 0 0,-1 0 0,-2 0 0,-1 0 0,-1 0 0,-2 0 0,-1 0 0,-1 0 0,0 0 0,0 0 0,0 0 0,0 1 0,-1 2 0,0 2 0,-3 3 0,-1 0 0,-3 2 0,1-1 0,-1 1 0,1 2 0,0 0 0,1 0 0,-1 1 0,-1 0 0,0 0 0,0 0 0,1 2 0,1 2 0,0 0 0,0 2 0,0-3 0,0-1 0,0-1 0,-1-1 0,2-1 0,1-2 0,0-3 0,0-2 0,0 0 0,3 1 0,6 3 0,0 1 0,3 1 0,-4 0 0,-2 1 0,0 1 0,-8-6 0,-3-2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37.86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0 24575,'0'4'0,"4"4"0,7 6 0,1 2 0,6 8 0,3 2 0,2 5 0,5 3 0,-1-3 0,-2 0 0,2-1 0,3 2 0,10 10 0,5 3 0,-1-2 0,-5-3 0,-10-10 0,-5-2 0,-2-3 0,-4-5 0,-4-3 0,-6-7 0,-2 0 0,-4-2 0,-1-1 0,0 2 0,-1 0 0,0 3 0,0 0 0,0 1 0,0 0 0,0-6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43.062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1 24575,'15'0'0,"8"0"0,15 0 0,-3 0 0,-1 0 0,-1 0 0,-5 0 0,11 0 0,-2 0 0,2 0 0,4 1 0,-2 2 0,7 3 0,0 2 0,-4 1 0,-5 2 0,-12 0 0,-5 2 0,-1 0 0,0 3 0,2 3 0,1 4 0,0 0 0,-2 1 0,-3-2 0,-4-2 0,-1-3 0,-2-2 0,-2-4 0,-2 0 0,-2 0 0,0-1 0,-1-1 0,-1-2 0,-1-2 0,0 0 0,-1 1 0,2 2 0,1 1 0,1 2 0,-1-1 0,0-1 0,-1 1 0,1-2 0,-3 1 0,0-1 0,1-1 0,-2-1 0,1 1 0,1-1 0,-1 0 0,0 2 0,0 0 0,0 2 0,0 1 0,0-1 0,0 1 0,1-1 0,0-1 0,0 0 0,0-1 0,0 1 0,2 0 0,0 2 0,3-1 0,1 0 0,3 1 0,3 1 0,4 3 0,5 1 0,5 0 0,2 1 0,1 0 0,1-1 0,7 6 0,4 1 0,1 3 0,-1 4 0,-9-2 0,-4 1 0,-5 2 0,-3 3 0,-1 8 0,-2 9 0,2 8 0,-1 2 0,-2-3 0,-2-9 0,-2-9 0,-3-8 0,-2-8 0,-4-7 0,-3-8 0,-7-10 0,-9-16 0,-5-8 0,-13-17 0,-11-16 0,-9-12 0,22 30 0,-2-1 0,-26-31 0,5 12 0,6 15 0,5 12 0,4 8 0,1 6 0,3 3 0,5 3 0,4 1 0,3 0 0,-1-2 0,-3-4 0,-3-3 0,1-2 0,3 0 0,5 4 0,7 4 0,7 8 0,5 6 0,3 5 0,2 4 0,5 7 0,8 10 0,7 10 0,5 9 0,0 2 0,-5-1 0,-3-4 0,-6-5 0,-3-4 0,-3-3 0,-3-3 0,-2-4 0,-2-2 0,0-6 0,-1-3 0,0-5 0,-1-5 0,-1-5 0,0-4 0,-4-7 0,-1-11 0,-5-19 0,-4-17 0,-3-11 0,-3 3 0,3 8 0,2 14 0,3 10 0,1 9 0,1 6 0,3 5 0,1 6 0,2 2 0,1 4 0,-2-4 0,-1-2 0,-1-3 0,1 0 0,2 7 0,1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6:20.837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0 24575,'7'3'0,"3"7"0,5 9 0,-2 2 0,0 4 0,-4 0 0,0 1 0,-2 6 0,-3-4 0,-2-2 0,-2-4 0,1-3 0,1 1 0,1-1 0,-1 2 0,-1-1 0,0 0 0,1 0 0,1-2 0,-1-4 0,0-1 0,0-1 0,4 0 0,1 0 0,4 0 0,1-1 0,0 1 0,3-1 0,-2-1 0,-2-3 0,0-1 0,0 0 0,-1-1 0,0-3 0,0 3 0,1-2 0,0-1 0,-1 1 0,0-3 0,-1 0 0,1 0 0,1 0 0,1 0 0,2 0 0,-1 1 0,-1 2 0,2 0 0,-1 0 0,1 1 0,-2-2 0,-1 2 0,1-2 0,1 1 0,2 0 0,2-1 0,1 2 0,-1 1 0,0-2 0,0 2 0,0-1 0,0-2 0,0 1 0,-2-3 0,0 0 0,-3 2 0,-6-2 0,-2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6:27.399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0 619 24575,'17'0'0,"7"0"0,14 0 0,-2-1 0,6-5 0,5-6 0,2-6 0,8-3 0,-4-2 0,-2-2 0,2-2 0,0-4 0,0-2 0,1-1 0,-1 0 0,-1-3 0,-1-2 0,-4 0 0,-6-1 0,-3 3 0,-5 5 0,-5 4 0,-3 5 0,0 6 0,-2-1 0,3 4 0,5 3 0,1 1 0,6 6 0,3 1 0,3 2 0,5 1 0,2 4 0,3 6 0,-2 8 0,-3 8 0,-2 5 0,-3 1 0,0-1 0,0 0 0,3 0 0,4 0 0,3-1 0,1-3 0,-2-3 0,0-6 0,2-6 0,2-6 0,2-6 0,-1 0 0,1 0 0,3 0 0,1 0 0,0 2 0,-2 0 0,-8 3 0,-10 2 0,-7 4 0,-7 2 0,-6 2 0,0 2 0,-3 4 0,0 6 0,1 6 0,1 6 0,-3 2 0,-1 3 0,-2 0 0,-1-2 0,-1-4 0,-1-6 0,-3-8 0,-2-8 0,-4-8 0,-2-5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7:21.854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346 1871 24575,'0'-15'0,"0"-5"0,0-8 0,0 2 0,0 3 0,0 6 0,0 1 0,0-6 0,8-7 0,6-5 0,0 0 0,-2 5 0,-8 5 0,-4 2 0,0-2 0,0-1 0,0-2 0,-3 1 0,-4 2 0,-8 2 0,-6 5 0,-3 2 0,-1 3 0,9 0 0,5 0 0,7-2 0,4-2 0,0-4 0,-10-6 0,-15-2 0,-23-9 0,-11 0 0,1 5 0,16 2 0,22 10 0,11 0 0,9 1 0,0-2 0,0-6 0,4-6 0,5 0 0,1 3 0,-1 6 0,-5 4 0,-4-3 0,0-4 0,0-7 0,0-9 0,0-6 0,0-3 0,-4-2 0,-1 5 0,0 5 0,1 3 0,4 8 0,0 4 0,0 4 0,-3 6 0,-2-2 0,1 0 0,0-3 0,9 2 0,3 8 0,8 4 0,4 5 0,-1 1 0,2-4 0,-3 3 0,1-4 0,-1 0 0,1 0 0,2-5 0,0-2 0,-3-5 0,-2 3 0,-4 2 0,3 5 0,-2 2 0,-4-1 0,-4-4 0,-4 5 0,-1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7:25.916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356 0 24575,'-2'4'0,"-6"8"0,-9 8 0,0 2 0,-3-5 0,2-6 0,3-6 0,0 0 0,7 4 0,4 3 0,3 4 0,1 4 0,0 2 0,0 6 0,0 5 0,0 1 0,0 3 0,-3-3 0,-4-6 0,-9-4 0,-9-7 0,-6-1 0,-2 0 0,7-5 0,7 1 0,3 2 0,-2 2 0,1 7 0,4-2 0,6 0 0,7-1 0,3-7 0,2 0 0,3-5 0,5-4 0,3 0 0,10-1 0,-2 4 0,6 5 0,1 2 0,2-3 0,7 0 0,-6-5 0,-2-1 0,1-1 0,-4-4 0,4 0 0,0 0 0,0 4 0,10 6 0,9 7 0,3 7 0,-6-1 0,-15-3 0,-15-1 0,-7 0 0,-4 1 0,1 6 0,-2-2 0,-1 0 0,2 0 0,0 1 0,2 2 0,4 2 0,-1-4 0,1-3 0,-4-7 0,-9-6 0,-8-7 0,-12-11 0,-6-4 0,-2 0 0,6-1 0,10 10 0,6-2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7:34.871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0 24575,'28'2'0,"13"9"0,18 6 0,-2 2 0,5-2 0,0-9 0,5-5 0,10-1 0,-4-2 0,5 0 0,2 0 0,4 0 0,0 0 0,0 5 0,0 11 0,1 22 0,-43-10 0,-2 4 0,0 4 0,-1 2 0,-1 1 0,-2-1 0,30 27 0,-7-11 0,-3-10 0,1-12 0,-1-7 0,-1-6 0,0 2 0,1 9 0,6 8 0,6 20 0,-30-24 0,0 3 0,2 5 0,1 0 0,2 0 0,-1-2 0,-2-6 0,0-3 0,37 13 0,2-20 0,5-14 0,8-9 0,-1-6 0,-2 0 0,-10-1 0,-1 2 0,1 4 0,11 0 0,-39 3 0,1 2 0,5 2 0,2 2 0,3 2 0,0 1 0,-4 2 0,-2-1 0,-3-4 0,-2-1 0,34 3 0,-7-7 0,1-4 0,0 0 0,6 0 0,-9 0 0,-8 3 0,-10 2 0,-7 4 0,3 4 0,6 3 0,12 4 0,1 1 0,6 0 0,-1 5 0,2 2 0,-1 0 0,-6-1 0,-6-6 0,-5-4 0,0-2 0,1 2 0,4 0 0,6 9 0,6 4 0,5 3 0,-2-3 0,-6-7 0,-12-7 0,-12-8 0,-9-3 0,-5-5 0,5 0 0,6 0 0,6 0 0,7 0 0,3 0 0,3 4 0,1 4 0,1 10 0,-1 5 0,0 6 0,3 2 0,-1-4 0,2-2 0,0-7 0,-10-3 0,-4-6 0,-10-4 0,-6-1 0,-12-4 0,-18 0 0,-15 0 0,-12 0 0,-2 0 0,-2 0 0,3 0 0,0 0 0,-3 0 0,-2 0 0,-6 0 0,-10 0 0,-7 0 0,-15 0 0,-12 0 0,-12 0 0,-10 0 0,1-5 0,1-10 0,6-7 0,4-4 0,9 2 0,11 7 0,14 4 0,9 1 0,4-1 0,4 2 0,8-2 0,2 3 0,9 0 0,2-2 0,-4 3 0,-6-4 0,-9 0 0,-13-1 0,-4-5 0,2 0 0,16 9 0,11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7:42.07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1399 24575,'0'4'0,"0"-13"0,6-12 0,14-13 0,6 3 0,13-1 0,3 4 0,-5 5 0,-1 1 0,-16 8 0,-5-5 0,-5-8 0,2-21 0,-2-18 0,-3-15 0,0-13 0,-1 8 0,4 12 0,6 11 0,1 18 0,5 9 0,-4 6 0,-6 10 0,-6 2 0,-4 3 0,-2-2 0,0-2 0,0-6 0,0-1 0,6-3 0,9-3 0,11-2 0,9-1 0,-1 6 0,-5 9 0,-2 6 0,2 3 0,15 1 0,23 0 0,15 0 0,16-2 0,-3 2 0,-12-3 0,-14 4 0,-17-2 0,-13 2 0,-10-2 0,-8 0 0,-3-1 0,-4-4 0,-9 3 0,-13 2 0,-20 4 0,-16 7 0,-13 0 0,-6 0 0,-2 0 0,-1 0 0,-1 0 0,-1 0 0,-2 4 0,-6 6 0,-3 6 0,-6 5 0,2 3 0,4-1 0,6 1 0,9-1 0,9-3 0,7 1 0,10-4 0,8-3 0,9-1 0,11-2 0,6 1 0,4 5 0,0 8 0,0 13 0,-5 16 0,-1 12 0,1 7 0,0 2 0,5 0 0,0-5 0,0-2 0,4-7 0,6-6 0,5 0 0,5-3 0,0 2 0,-1 0 0,-6-4 0,-5-3 0,-5-4 0,-3-6 0,0-7 0,0-3 0,0-5 0,0-10 0,0-2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7:44.375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1488 1 24575,'-24'0'0,"-20"0"0,-24 0 0,2 0 0,-10 0 0,-1 0 0,-10 0 0,-12 0 0,14 0 0,17 0 0,21 0 0,14 0 0,9 3 0,1 1 0,-6 7 0,-10 3 0,-5 2 0,0 1 0,1 0 0,9-3 0,1-1 0,5 0 0,3 6 0,-2 4 0,6-1 0,3 0 0,5-6 0,9 1 0,2-1 0,2 0 0,-4 2 0,-14 6 0,-12 6 0,-14 4 0,-5-1 0,6-8 0,7-7 0,14-6 0,10-6 0,8-1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8:21.997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37 3452 24575,'0'-22'0,"3"-8"0,9-16 0,6 2 0,10-3 0,14-8 0,4-3 0,13-14 0,5-1 0,-30 33 0,2 0 0,3-5 0,2 0 0,1-2 0,0-1 0,-1-2 0,0-1 0,-2 1 0,-1-1 0,-4 2 0,-1-1 0,-3 1 0,-2-1 0,-2 4 0,-2 1 0,17-41 0,-5 1 0,-4 2 0,-1 0 0,-3 4 0,-2 7 0,-4 10 0,-6 10 0,-5 9 0,-4 4 0,-2 1 0,1 1 0,2-6 0,11-10 0,10-10 0,14-11 0,12-8 0,-24 40 0,2 0 0,1-2 0,1 1 0,1 0 0,-1 0 0,-2 1 0,-1 1 0,23-40 0,-10 7 0,-7 5 0,-4 8 0,-4 7 0,-3 4 0,-2 6 0,-1 2 0,1 1 0,-1-1 0,1-1 0,-5 1 0,-2 8 0,-2 7 0,-5 8 0,-2 5 0,-3 2 0,-1 2 0,1 2 0,0-1 0,2-2 0,1-2 0,1-1 0,0 1 0,-2 6 0,-4 10 0,-4 15 0,-1 5 0,-3 14 0,-2 9 0,0 4 0,0 8 0,0-8 0,0-6 0,-1-3 0,-5 0 0,-7 3 0,-8 5 0,-9 6 0,-4 6 0,-3 9 0,-1 3 0,1 2 0,1 1 0,3-1 0,2 2 0,1 1 0,-3 10 0,4 1 0,6-2 0,8-3 0,8-10 0,0 2 0,-4 3 0,-7 1 0,-10 1 0,-6-1 0,-4-5 0,1-6 0,6-9 0,4-7 0,3-3 0,2-1 0,1 3 0,-2 5 0,-1 2 0,-1 2 0,-2-1 0,-1-2 0,-3-1 0,-4 1 0,-1-1 0,1 0 0,0-3 0,1 0 0,-2-1 0,-1-1 0,2-3 0,0-3 0,1-2 0,2-4 0,-2-2 0,1 0 0,-2 0 0,-1 3 0,-3 3 0,1 1 0,2-2 0,5-5 0,6-5 0,8-5 0,6-5 0,4-4 0,5-4 0,1-4 0,2-3 0,-1-4 0,2-2 0,1-2 0,2-1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8:26.608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1 24575,'15'0'0,"7"0"0,13 0 0,1 0 0,12 0 0,12 0 0,15 0 0,20 0 0,-41 1 0,1 2 0,2 0 0,1 2 0,1 2 0,0 2 0,0 1 0,-1 0 0,-5 1 0,-2-1 0,1 1 0,-2-1 0,36 9 0,-14-2 0,-15-1 0,-13 0 0,-6 3 0,-1 4 0,-1 9 0,3 10 0,3 8 0,8 7 0,11 2 0,12 0 0,8-4 0,-1-8 0,-7-8 0,-13-11 0,-13-7 0,-11-7 0,-7-2 0,-4 1 0,3 3 0,4 5 0,5 9 0,4 6 0,-3 3 0,-8-1 0,-7-8 0,-7-6 0,-6-7 0,-5-8 0,-2-4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8:30.944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2425 24575,'5'0'0,"8"0"0,15 0 0,5 0 0,17 0 0,14 0 0,15-3 0,-30-3 0,1-3 0,46-16 0,-8-7 0,-17 1 0,-17 8 0,-11 9 0,2 6 0,6 5 0,12 2 0,11 1 0,3 0 0,5 0 0,-4 0 0,-6 0 0,-2 0 0,-6 0 0,-8 0 0,-13 0 0,-14 0 0,-13-2 0,-9-2 0,-3-5 0,-7-8 0,-4-5 0,-2 0 0,1 2 0,4 6 0,2 1 0,-1-9 0,0-3 0,-6-25 0,-4-24 0,-6-19 0,6 32 0,-1-3 0,-1-2 0,-1-3 0,-4-8 0,-1-1 0,0-4 0,-1-1 0,0 1 0,0 1 0,2 5 0,2 2 0,3 10 0,3 4 0,2 8 0,3 4 0,-1-24 0,6 20 0,2 13 0,2 8 0,4 5 0,2-4 0,4-2 0,-1-10 0,-1-9 0,-2-11 0,-4-10 0,-1-1 0,-3 7 0,0 14 0,0 18 0,0 15 0,0 10 0,0 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8:42.461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930 1 24575,'-5'0'0,"-9"0"0,-16 0 0,-15 0 0,-4 1 0,-11 4 0,-4 8 0,-6 8 0,-9 6 0,9 4 0,6 0 0,8 1 0,7-3 0,-1 0 0,6-3 0,4-5 0,5-2 0,9-5 0,3 0 0,4-1 0,3-2 0,7-1 0,1-4 0,5-3 0,1-2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8:54.904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1793 3536 24575,'0'-3'0,"0"-4"0,-2-7 0,1-1 0,-7-11 0,-7-7 0,-5-7 0,-7-6 0,-2 3 0,-5-3 0,-8-5 0,-10-8 0,17 20 0,-3-4 0,-2-2 0,-1 0 0,2-1 0,0 0 0,2 1 0,1 2 0,-20-29 0,-1 0 0,-2-1 0,1-1 0,3-2 0,4-3 0,7-1 0,5 1 0,3 0 0,7 3 0,3 7 0,4 2 0,3 2 0,-1 1 0,-1-3 0,-2-5 0,-3-5 0,1-3 0,0-1 0,1 7 0,3 6 0,3 6 0,2 7 0,4 7 0,2 8 0,2 7 0,-1 5 0,0 0 0,-1-3 0,0-2 0,-1-1 0,1 2 0,2 2 0,2 2 0,4 1 0,0 2 0,1 2 0,0 3 0,-1 0 0,-1-3 0,-2-1 0,-1-2 0,-3-2 0,-4-3 0,-3-3 0,-4-3 0,-1 1 0,-1 3 0,0 1 0,0-1 0,-1-2 0,-3-2 0,1 2 0,0 3 0,4 1 0,1 2 0,3 4 0,3 3 0,3 4 0,1 3 0,2 1 0,0 2 0,2 3 0,3 4 0,2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8:58.851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1836 3296 24575,'-5'0'0,"-3"0"0,-7-1 0,0-1 0,-3-5 0,-1-7 0,-3-6 0,-6-5 0,0-2 0,3 2 0,2 1 0,3 2 0,2 1 0,1-2 0,1-1 0,-2-4 0,-1-5 0,-3-3 0,-4-4 0,-4-3 0,-3-3 0,-4-1 0,-2 1 0,-5-1 0,-2 2 0,-2 4 0,0 4 0,4 4 0,2 3 0,3 0 0,1 0 0,1 1 0,2 0 0,1 0 0,3 0 0,2 1 0,2 1 0,2 1 0,1 1 0,-2 1 0,-1-1 0,-3 1 0,-1 0 0,1 1 0,-1 2 0,1 0 0,-1 0 0,0-1 0,2-1 0,0-2 0,0-4 0,2-3 0,4-2 0,7-1 0,6-3 0,5-2 0,4 2 0,1 1 0,0 1 0,0 1 0,0-2 0,0 0 0,0 0 0,0 1 0,0 1 0,0 1 0,0 1 0,0 0 0,0-1 0,0-2 0,0-1 0,0 2 0,0 2 0,0 3 0,0-2 0,-1-1 0,-3-4 0,-4 0 0,-3-6 0,-3-3 0,1-3 0,1 1 0,2 6 0,3 1 0,3-1 0,0 0 0,1 1 0,-1 5 0,1 4 0,0 6 0,-2 3 0,2 4 0,-2 1 0,-1-2 0,-3-4 0,-6-7 0,-3-6 0,-4-5 0,-1-4 0,-1-5 0,2-1 0,1 2 0,5 9 0,5 12 0,6 13 0,3 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01.821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1 24575,'7'13'0,"5"3"0,10 4 0,-1-2 0,4 1 0,3 3 0,2 2 0,4 3 0,-7 1 0,-4-2 0,-8 0 0,-4 4 0,-1 17 0,-1 8 0,-1 4 0,-1-4 0,-2-16 0,1 1 0,2-3 0,4 2 0,2 0 0,4 0 0,3 2 0,0-1 0,3 2 0,-1 1 0,-4-5 0,-3-4 0,-5-7 0,-3-3 0,-2-4 0,-4-9 0,-1-3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49.89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1223 1 24575,'-4'0'0,"-2"1"0,-4 3 0,-1 2 0,-3 2 0,-2 2 0,1-1 0,-4 4 0,0 0 0,0 0 0,-2 1 0,0 0 0,-1-1 0,-1 0 0,-2 0 0,-2-1 0,0-1 0,-2 1 0,0-1 0,4-2 0,3-1 0,1-1 0,0 1 0,-2 0 0,-1 1 0,0 0 0,3-1 0,1-1 0,2-1 0,1-2 0,0 0 0,0-1 0,4 0 0,2 0 0,4-1 0,2 1 0,-3 1 0,-3 4 0,-7 1 0,-4 3 0,-1-2 0,3-2 0,4-2 0,3-1 0,-1-2 0,-2 0 0,-1 1 0,-2-1 0,2 2 0,3-2 0,2-1 0,3-1 0,-1-1 0,-6 0 0,-7 0 0,-8 0 0,-4 0 0,-1 0 0,5 0 0,6 0 0,6-1 0,4-4 0,4-3 0,0-4 0,0-4 0,1-3 0,0-2 0,3 2 0,2 0 0,2 2 0,2 2 0,1 2 0,1 4 0,2 1 0,3 2 0,2-1 0,1-2 0,1 3 0,-1 0 0,0 3 0,-5 1 0,0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5:51.416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297 1 24575,'-10'11'0,"-10"11"0,-10 10 0,-1 3 0,0 2 0,1-1 0,0 2 0,-3 3 0,7-5 0,5-4 0,7-8 0,4-5 0,4-5 0,3-7 0,2-2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6:11.417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1 390 24575,'0'11'0,"2"0"0,4 3 0,2-2 0,5-1 0,-1-1 0,-2-1 0,1 1 0,-1-4 0,2 1 0,2-2 0,1-2 0,4-1 0,4-2 0,-1 0 0,0 0 0,-5 0 0,1 0 0,0 0 0,2 0 0,0 0 0,5 0 0,5 0 0,3-3 0,1-5 0,-3-8 0,0-8 0,0-5 0,1-5 0,2-2 0,1-3 0,0 4 0,0 2 0,-3 4 0,0 5 0,2-2 0,2 0 0,3-4 0,0-3 0,-2 3 0,-8 6 0,-7 8 0,-9 11 0,-6 9 0,-4 3 0,2 4 0,3 3 0,3 1 0,1 0 0,-2-2 0,-5-7 0,-3-3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6:13.343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0 24575,'0'1'0,"0"7"0,0 8 0,0 5 0,0 1 0,1-1 0,3-1 0,4 0 0,3-4 0,4-3 0,1-1 0,3-1 0,1 2 0,-1 1 0,1 0 0,0 2 0,0 1 0,0-2 0,0-1 0,-2-2 0,-4-5 0,-3 1 0,-4-3 0,-1 1 0,1 2 0,1 3 0,2 5 0,3 3 0,0 1 0,2 1 0,0-2 0,-2 1 0,1 0 0,-2-2 0,-1-5 0,-5-5 0,-2-5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11.542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7072 9209 24575,'-12'-4'0,"0"1"0,-2 1 0,-6 2 0,-11-3 0,0 0 0,-12-6 0,-4-2 0,-4-2 0,-12-4 0,2 0 0,-3-2 0,-21-9 0,-2-3 0,2-2 0,11 2 0,20 6 0,3-2 0,3-4 0,2-5 0,3-10 0,3-5 0,2-10 0,2-4 0,5 0 0,3-2 0,5 5 0,3 0 0,4-2 0,3-3 0,1-6 0,2-8 0,0 0 0,1 3 0,-1 8 0,0 13 0,2 10 0,0 11 0,3 10 0,1 8 0,1 2 0,2 0 0,1-4 0,0-1 0,0 3 0,-6-1 0,-10-4 0,-14-12 0,-14-19 0,-10-14 0,0-5 0,8 8 0,14 17 0,16 17 0,9 12 0,6 6 0,1-1 0,-6-13 0,-10-16 0,-9-22 0,-8-10 0,-3-1 0,1 5 0,2 12 0,3 4 0,3 9 0,2 4 0,2 6 0,0 3 0,2 2 0,1-2 0,-3-6 0,-3-4 0,-10-9 0,-9-11 0,-12-9 0,21 30 0,-4 1 0,-6-4 0,-3 1 0,-5-1 0,-3 2 0,-3 1 0,-3 4 0,-1 4 0,-2 3 0,0 3 0,-1 3 0,3 5 0,0 1 0,5 2 0,2 1 0,6 4 0,4 1 0,-30-5 0,20 2 0,19 4 0,14 0 0,8 1 0,-1-2 0,-13-5 0,-20-11 0,-27-15 0,29 12 0,0-3 0,-4-6 0,2-3 0,2-6 0,3-2 0,6-2 0,4-1 0,6 1 0,4-2 0,4 1 0,3-1 0,0 2 0,0 0 0,1-4 0,-2-2 0,-4-6 0,-3-2 0,-7-8 0,-3-1 0,-8-9 0,-3-1-221,10 23 0,-3 0 1,-1 0 220,-1-1 0,-2 1 0,0 1 0,0 2 0,0 1 0,0 0 0,-17-21 0,2 3 0,11 13 0,4 3 0,9 11 0,4 3 0,-7-20 0,16 23 0,9 18 0,1 12 662,-6 2-662,-16-2 0,-25-9 0,13 5 0,-3-3 0,-12-4 0,-3-1 0,-10-2 0,-3-1 0,0 1 0,0 0 0,7 2 0,2 1 0,9 4 0,4-1 0,-30-15 0,18 1 0,10 1 0,8-3 0,8-1 0,6-1 0,7-1 0,6 0 0,4 0 0,3 3 0,6 1 0,2 3 0,1 2 0,3 2 0,0 7 0,0 1 0,0 2 0,-2-4 0,0-8 0,-2-13 0,-1-7 0,-2 0 0,-2 5 0,1 11 0,1 7 0,2 6 0,2 8 0,1 2 0,0 4 0,-1-2 0,2 0 0,0-2 0,1-1 0,-1 4 0,0-3 0,1 1 0,0-5 0,3-4 0,0-7 0,0-9 0,0-4 0,2 1 0,1 10 0,0 9 0,-1 5 0,-2 2 0,0-3 0,0-10 0,3-12 0,3-11 0,3-7 0,4-1 0,0-4 0,3-7 0,2-6 0,2-3 0,0 6 0,-3 10 0,-3 15 0,-7 12 0,-4 8 0,-3 0 0,0 0 0,0-4 0,0-4 0,0-1 0,0-3 0,-2 4 0,-3 2 0,-4 6 0,-2 3 0,-2 4 0,-3 2 0,-8-2 0,-9-2 0,-9-6 0,-8-2 0,-1-2 0,-1-2 0,3 2 0,3 2 0,8 3 0,8 5 0,7 1 0,2 1 0,0 0 0,-2-4 0,-2-2 0,-4-1 0,1 0 0,4 3 0,7 6 0,7 9 0,6 3 0,2 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17.554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1492 2486 24575,'-24'0'0,"-18"0"0,-16-4 0,3-2 0,10-4 0,14-4 0,11 1 0,3 0 0,11 2 0,2-1 0,1-9 0,0-19 0,0-22 0,0-25 0,0 36 0,-1-1 0,-1 1 0,-1-1 0,-1 2 0,-1 0 0,-10-46 0,-7 3 0,11 44 0,-1 0 0,-2-1 0,-1-1 0,-3-2 0,0-1 0,-2-2 0,-2 0 0,-1-1 0,-2 1 0,1 1 0,1 2 0,1 4 0,2 0 0,-18-36 0,11 5 0,10 4 0,8-8 0,7-9 0,4-2 0,1 1 0,-3 9 0,-3 11 0,-4 10 0,-2 12 0,2 17 0,0 11 0,0 12 0,-2 7 0,-10 3 0,-13 1 0,-15 1 0,-14 0 0,-8 0 0,2 1 0,3 6 0,7 7 0,10 6 0,7 3 0,13-2 0,8-6 0,10-4 0,4-5 0,4-3 0,2-1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9:52.25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2412 1 24575,'-9'0'0,"-3"0"0,-7 0 0,1 0 0,0 2 0,-3 4 0,-7 5 0,-12 7 0,-9 3 0,-11 5 0,-6 4 0,-6 4 0,-1 4 0,2 3 0,-2 0 0,2 1 0,2-1 0,1 0 0,-1-3 0,0-4 0,-1-5 0,3-3 0,3-5 0,-1-6 0,-1-7 0,-4-6 0,-4-5 0,0-5 0,0-8 0,6-7 0,6 0 0,3 4 0,5 6 0,9 4 0,4 3 0,10 3 0,0 2 0,4 1 0,6 0 0,2 0 0,2 4 0,-4 5 0,-7 4 0,-5 0 0,-3-4 0,5-2 0,5-2 0,7-2 0,3-1 0,0-2 0,-2 0 0,-1 0 0,1 0 0,4 2 0,1 1 0,-1 0 0,7-1 0,-1-2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9:54.149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520 697 24575,'-10'-6'0,"1"-6"0,-4-10 0,4-3 0,-4-3 0,-3-6 0,-3-3 0,-6-8 0,-1 1 0,-4 2 0,-3 3 0,-2 3 0,0 3 0,-1 6 0,1 1 0,3 4 0,4 3 0,8 4 0,7 5 0,4 3 0,5 1 0,-2-5 0,-1-7 0,-2-8 0,-3-4 0,1 2 0,1 7 0,2 5 0,4 9 0,2 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26.239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2850 5487 24575,'-4'-4'0,"1"-4"0,-1-1 0,-1-4 0,-3 3 0,0-1 0,1-2 0,1-1 0,0-4 0,1-4 0,-1-4 0,-1-5 0,0-7 0,-4-6 0,-1-9 0,-4-3 0,-6-5 0,-1 1 0,-6 5 0,-4-1 0,-5 3 0,-4 3 0,2 4 0,-2 7 0,-4 2 0,-8-1 0,-3 0 0,1 0 0,2-1 0,1-1 0,0-1 0,6 3 0,10 5 0,12 9 0,11 4 0,1 4 0,-6-2 0,0 0 0,-11-4 0,-1-6 0,3 1 0,3-1 0,14 7 0,7 8 0,11 5 0,17 4 0,6 4 0,16 0 0,5 0 0,-1 0 0,5 0 0,-11 0 0,-4 0 0,-6 0 0,-1 0 0,1 0 0,5 0 0,9 0 0,11 0 0,2 0 0,-4-2 0,-11-4 0,-17-3 0,-9-4 0,-4-1 0,-4-3 0,-4 2 0,-8 3 0,-11 6 0,-5 7 0,-11 6 0,-13 8 0,-7 6 0,-9 4 0,9-1 0,12 0 0,8-2 0,7 0 0,3-2 0,4-6 0,1-5 0,1-5 0,-2-3 0,-5 0 0,-4-1 0,-4 0 0,1 0 0,0 0 0,4 0 0,3 0 0,2 0 0,0 0 0,-5 0 0,-5 0 0,-3 0 0,1 0 0,2 0 0,2 0 0,5 0 0,0-1 0,1-3 0,2 0 0,2-3 0,6-1 0,1-3 0,-2-4 0,-2-1 0,-1 2 0,0 0 0,-2 1 0,0-3 0,-4-4 0,-1-2 0,-4-4 0,-3-3 0,0-3 0,0-1 0,2-3 0,2-2 0,2 0 0,4 2 0,3 0 0,3 2 0,2-4 0,0-5 0,0-3 0,-3-2 0,-4-2 0,-4-3 0,-3-9 0,-4-6 0,-3-6 0,-1 4 0,1 7 0,1 7 0,4 12 0,3 7 0,1 8 0,-2 6 0,-5 2 0,-9 1 0,-4-1 0,-3-3 0,0-2 0,6-3 0,0-3 0,4-4 0,1-6 0,1-8 0,7-4 0,2-3 0,3-4 0,3-1 0,-3-2 0,-1 1 0,-5 4 0,-9 2 0,-6-3 0,-10-1 0,-5-4 0,-1-2 0,1 1 0,2-7 0,0-6 0,26 37 0,0-1 0,-24-40 0,6 12 0,11 10 0,9 12 0,5 4 0,5 3 0,4 2 0,5-1 0,3-5 0,4-8 0,6-8 0,10-4 0,11 2 0,9 2 0,0 11 0,-5 12 0,-9 15 0,-7 12 0,-1 7 0,4 4 0,2 0 0,8 1 0,5 0 0,2-2 0,8-1 0,-5 0 0,0 1 0,-4 1 0,-3-2 0,-4 0 0,-2-1 0,-2-1 0,0-2 0,7-4 0,7-4 0,10-5 0,6 0 0,-1 1 0,-5 4 0,-9 6 0,-9 3 0,-9 1 0,-9 0 0,-10-5 0,-17-9 0,-24-9 0,-25-11 0,-20-6 0,36 21 0,-1 1 0,-3 0 0,0 0 0,-3 0 0,0 1 0,0-1 0,2-1 0,3 2 0,3-2 0,-33-17 0,24 3 0,19 10 0,23 8 0,36 13 0,33 19 0,11 7 0,25 15 0,-41-14 0,2 2 0,7 2 0,3 1 0,11 6 0,1 0 0,-5-3 0,-1 0 0,-5-3 0,-1-2 0,-8-3 0,-2-2 0,36 12 0,-13-5 0,-3-7 0,-2-6 0,-3-5 0,-9-4 0,-15 0 0,-11-3 0,-7 2 0,-12-1 0,-4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27.996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11 2575 24575,'-5'1'0,"2"-14"0,1-21 0,2-24 0,0-2 0,0-18 0,0-7 0,10-8 0,2 42 0,7 1 0,36-31 0,-19 43 0,3 4 0,2 2 0,1 2 0,0 0 0,-2 0 0,36-30 0,-10-2 0,-14-6 0,-19-7 0,-15-12 0,-10-11 0,-7 46 0,-2 0 0,1-1 0,0 0 0,1 2 0,-2 0 0,-2-46 0,-1-1 0,-1 0 0,-2 4 0,1 1 0,0 7 0,-2 8 0,-1 6 0,2 16 0,1 13 0,3 12 0,3 11 0,0 1 0,2-4 0,4-1 0,3-5 0,1 1 0,-3 12 0,-3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39.73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1 291 24575,'14'0'0,"12"0"0,12-1 0,-1-1 0,2-1 0,5-4 0,2-1 0,6-2 0,-5-1 0,-6 0 0,-1 0 0,0-1 0,-3 0 0,3 0 0,0-2 0,-1 0 0,2-1 0,-4-2 0,1 1 0,0-2 0,-4 1 0,-5 2 0,-4 1 0,-3 2 0,0 3 0,0 1 0,-1 2 0,-2 3 0,-4 1 0,-4 2 0,-2 0 0,0 0 0,1 0 0,2 0 0,1 2 0,-1 0 0,3 1 0,1 2 0,0 0 0,2 3 0,-1 1 0,0-2 0,-1 0 0,3 2 0,4 0 0,4 2 0,5-1 0,2 4 0,4 2 0,4 2 0,1 2 0,-4-1 0,-8 0 0,-6-2 0,-5-1 0,-2 1 0,-2 0 0,1 3 0,2 0 0,3 5 0,3 1 0,7 3 0,8 4 0,9-2 0,5-1 0,3-2 0,3-3 0,-5-1 0,-5-4 0,-10-7 0,-11-6 0,-4-4 0,-2-3 0,5-1 0,8-8 0,7-7 0,6-9 0,0-8 0,3-3 0,7-4 0,5-4 0,1 3 0,-5 2 0,-7 6 0,-3 4 0,-4 3 0,-2 2 0,-4 0 0,-6-2 0,-1-1 0,-4-2 0,2-3 0,-2 5 0,-4 3 0,-7 13 0,-11 16 0,-11 12 0,-7 7 0,-9 8 0,-8 8 0,-5 5 0,-7 10 0,3-3 0,0-2 0,7-4 0,9-9 0,10-8 0,8-7 0,3-3 0,-2 4 0,-1 2 0,0 1 0,0-1 0,3-2 0,0-2 0,0-2 0,0-5 0,0-2 0,0 2 0,-3 7 0,0 5 0,0 3 0,-2-6 0,2-8 0,0-3 0,1-2 0,2 0 0,0 0 0,0 2 0,0 4 0,0 3 0,5 1 0,4-4 0,5-2 0,6-6 0,7-3 0,12-3 0,9-2 0,6 0 0,1 0 0,-3 0 0,-3 0 0,0 0 0,6 0 0,10 3 0,10 2 0,9 5 0,-3 4 0,-14-1 0,-16 0 0,-18-3 0,-12 1 0,-4 2 0,-1 6 0,2 11 0,3 8 0,3 1 0,-1-4 0,1-7 0,3 0 0,1 0 0,4 4 0,0 0 0,-4-4 0,0-1 0,-2-6 0,4-5 0,10-6 0,15-5 0,15-3 0,17-2 0,5-2 0,-1-7 0,-8-4 0,-10-4 0,0-2 0,-1-1 0,7-4 0,5-3 0,1-4 0,-2-5 0,-9-2 0,-14-2 0,-14 3 0,-13 3 0,-6 4 0,-8 6 0,-2 5 0,-3 2 0,0 1 0,4-2 0,8-3 0,3-1 0,0 3 0,-5 4 0,-7 2 0,2 3 0,9-8 0,4 0 0,14-4 0,6-8 0,0 1 0,3-2 0,-13 4 0,-9 7 0,-6 3 0,-5 0 0,3 3 0,2-1 0,13-6 0,9-1 0,5-3 0,27-8 0,-32 15 0,3 1 0,9-4 0,3-1 0,8-1 0,0-1 0,-2 2 0,-2-1 0,-1-1 0,-2-1 0,-5 0 0,-2-1 0,-6 1 0,-3 0 0,30-24 0,-16 6 0,-10 7 0,-9 4 0,-5 9 0,-5 7 0,-6 7 0,-3 6 0,-5 3 0,-2 0 0,-1 6 0,-2 13 0,1 17 0,0 17 0,0 10 0,1-1 0,-3-4 0,-4-8 0,-1-8 0,-2-7 0,-2-6 0,1-5 0,0-1 0,0-4 0,0 0 0,-2 2 0,-2 5 0,-2 3 0,0 0 0,0-4 0,0-4 0,0-9 0,0-4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9:39.541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278 1563 24575,'0'-11'0,"-6"-14"0,-13-25 0,-5-2 0,-10-10 0,-2 3 0,6 8 0,-1-2 0,13 18 0,6 11 0,6 7 0,2 0 0,2-4 0,0-2 0,-2-6 0,-2-7 0,-3-4 0,-1-3 0,3 5 0,-1 8 0,2 5 0,3 5 0,2 3 0,6 6 0,0 8 0,1 4 0,-1 5 0,0-1 0,0 1 0,4 2 0,5 1 0,8 5 0,15 5 0,13 4 0,18 3 0,15 1 0,9-5 0,3-5 0,-9-6 0,-5-7 0,-9-2 0,3-15 0,8-20 0,-38 5 0,0-4 0,5-7 0,0-3 0,-1-2 0,0 1 0,-2 1 0,-1 1 0,-6 5 0,-2 3 0,20-22 0,-14 14 0,-8 11 0,-3 5 0,5 2 0,4 0 0,11-3 0,4-2 0,-5 2 0,-11 2 0,-13 7 0,-5 0 0,-3-5 0,-1-2 0,-3-5 0,-2-2 0,-1-1 0,-2 0 0,-2 7 0,-4 11 0,-3 17 0,-1 23 0,-1 8 0,4 20 0,4 16 0,4 9 0,6 19 0,3-9 0,3-7 0,2-15 0,-1-15 0,1-11 0,4-16 0,3-11 0,5-9 0,2-5 0,1-5 0,0-12 0,-3-10 0,-3-11 0,-5 3 0,-6 7 0,-7 9 0,-8 11 0,-4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49:42.256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2259 4724 24575,'0'-8'0,"0"-7"0,0-12 0,0-2 0,0-11 0,-3-9 0,0-12 0,-1-28 0,3 35 0,0-3 0,1-8 0,0-4 0,0-6 0,0 0 0,0 2 0,0 1 0,1 5 0,1 1 0,2 8 0,1 2 0,9-37 0,5 10 0,0 15 0,-4 10 0,-3 10 0,-7 9 0,-2 3 0,-3-5 0,-11-10 0,-17-17 0,-20-10 0,13 34 0,-3-1 0,-3-3 0,-3 0 0,-2-2 0,-2 0 0,-1-2 0,-1 0 0,1 1 0,0 0 0,0-1 0,1 0 0,4 4 0,2 0 0,1 1 0,2 1 0,4 3 0,1 1 0,-21-31 0,12 11 0,12 11 0,10 11 0,3 5 0,4-2 0,-4-8 0,-9-10 0,-13-12 0,-18-12 0,19 31 0,-3-2 0,-9-11 0,-3-3 0,-8-9 0,-1-3 0,19 24 0,0-1 0,0-1-149,0-2 0,-1-1 0,1 0 149,0 1 0,1-1 0,1 1 0,2 0 0,0 0 0,1 0 0,-17-25 0,3 2 0,8 11 0,2 3 0,10 12 0,2 4 0,-11-17 0,24 35 0,10 18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46.792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928 1 24575,'22'4'0,"16"17"0,26 19 0,3 6 0,7 6 0,5-2 0,6 3 0,-32-22 0,1 1 0,-1-1 0,0 0 0,0 1 0,-1 1 0,-2-3 0,-2 1 0,-4 0 0,-2 1 0,-1 5 0,-2 2 0,25 37 0,-14-2 0,-13-4 0,-14-16 0,-2-3 0,0-3 0,1-2 0,5 0 0,12 7 0,15 8 0,-18-26 0,3 1 0,6 5 0,3 1 0,2 3 0,0 2 0,1 0 0,-1 1 0,-2-2 0,-2-1 0,-5-4 0,-1 0 0,26 27 0,-12-13 0,-8-12 0,4-10 0,3-5 0,0-4 0,-5-1 0,-11-4 0,-12-4 0,-12-3 0,-7-3 0,-3-2 0,0 1 0,6 0 0,5 2 0,3 1 0,5 0 0,-1-4 0,-4-5 0,-5-8 0,-9-7 0,-10-13 0,-9-10 0,-9-17 0,-7-18 0,-3-10 0,1-8 0,6 0 0,16 40 0,2 0 0,1-5 0,3 0 0,2-5 0,1-1 0,1-3 0,1 0 0,1 2 0,0-1 0,0-1 0,0-1 0,0 0 0,0-1 0,0-6 0,0 1 0,0 6 0,0 5 0,0-28 0,0 41 0,0 41 0,1 28 0,4 33 0,1-7 0,2 5 0,2 20 0,2 6 0,4 15 0,2 4-242,-3-25 0,1 1 0,2 0 242,1 0 0,1-1 0,2 0 0,0-3 0,2 0 0,2-2 0,12 25 0,1-5 0,-4-15 0,-2-6 0,-5-12 0,-1-5 0,12 16 0,-19-28 0,-15-18 726,-14-11-726,-16-6 0,-2-3 0,-7-1 0,-5 0 0,-3 0 0,-11 0 0,-5-1 0,-9-9 0,-15-15 0,33 6 0,-3-3 0,-7-5 0,-3-1 0,-8-3 0,-3 1 0,-13-3 0,-4 1-184,24 10 0,-1 0 1,-1 0 183,0 0 0,-1 1 0,0 0 0,0 0 0,1 1 0,1 0 0,-20-6 0,3 0 0,14 5 0,4 2 0,15 3 0,4 2 0,-10-3 0,27 10 0,12 4 551,-4 3-551,-1-1 0,-14-6 0,-14-7 0,-13-8 0,-11-8 0,13-2 0,18-1 0,18 0 0,11 3 0,4-1 0,-1 3 0,0 1 0,1 4 0,2 8 0,1 7 0,-1 6 0,-1 2 0,-2 2 0,-7-2 0,-5 0 0,-7 0 0,-4-3 0,1 0 0,2-2 0,-5-5 0,-6-6 0,-8-6 0,-5-5 0,4-2 0,0-3 0,6-2 0,-3-4 0,0-5 0,-1-4 0,0-3 0,10 5 0,7 5 0,8 9 0,7 8 0,3 5 0,-1 2 0,-6-2 0,-2 1 0,-8-6 0,-4-3 0,2 1 0,2 2 0,13 9 0,8 2 0,6 2 0,1-2 0,0-1 0,-1-1 0,-2 2 0,3 4 0,0 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47.567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0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0:55.460"/>
    </inkml:context>
    <inkml:brush xml:id="br0">
      <inkml:brushProperty name="width" value="0.025" units="cm"/>
      <inkml:brushProperty name="height" value="0.025" units="cm"/>
      <inkml:brushProperty name="color" value="#424343"/>
    </inkml:brush>
  </inkml:definitions>
  <inkml:trace contextRef="#ctx0" brushRef="#br0">123 1 24575,'0'6'0,"0"3"0,0 5 0,0 0 0,0 7 0,0 11 0,0 15 0,0 22 0,0 14 0,3 11 0,0-43 0,0 0 0,1 1 0,0 0 0,6 47 0,-3-6 0,-4-10 0,0-7 0,-3-5 0,0-5 0,0-1 0,-5-1 0,-7 3 0,-8 4 0,-6 2 0,0 3 0,3-7 0,3-5 0,5-4 0,6-1 0,4 3 0,3 4 0,2 7 0,3 8 0,6 8 0,11 5 0,-5-44 0,2-1 0,2 1 0,1-1 0,0 3 0,-1 0 0,1 1 0,0 2 0,2 2 0,-1 1 0,0 0 0,1 0 0,-2-4 0,1-2 0,15 36 0,-9-24 0,-8-17 0,-6-13 0,-5-2 0,0-3 0,1 0 0,3 4 0,3 4 0,4 7 0,3 6 0,5 9 0,2 5 0,4 9 0,3 4 0,-1 0 0,1-1 0,-2-6 0,0-3 0,0-8 0,-4-8 0,-3-11 0,-3-11 0,-7-9 0,-3-4 0,2 5 0,-2 3 0,8 18 0,7 16 0,2 11 0,4 6 0,-8-10 0,-11-14 0,-7-15 0,-6-9 0,-3-9 0,0-3 0,0-4 0,0-3 0,0 2 0,0 13 0,0 12 0,0 18 0,-4 14 0,-9 9 0,-9 15 0,7-40 0,0 1 0,-2 6 0,1 1 0,1 1 0,2-1 0,2-1 0,2-2 0,3-3 0,1-2 0,1 39 0,4-9 0,9-9 0,11-4 0,10 1 0,7 9 0,-18-30 0,-1 3 0,1 7 0,-2 4 0,0 9 0,-2 3 0,-1 8 0,-3 1 0,-4 1 0,-1 0 0,-3 8 0,-2 1 0,-6-4 0,-4 0 0,-5-1 0,-4 0 0,-5 0 0,-4-3 0,-3-9 0,-2-3 0,2-3 0,0-2 0,2-10 0,1-2 0,3-10 0,1-2 0,-15 26 0,12-18 0,9-11 0,6-5 0,5-2 0,2 1 0,2 1 0,2 1 0,0-1 0,0-1 0,0-4 0,0-4 0,0-13 0,0-4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2:54:26.195"/>
    </inkml:context>
    <inkml:brush xml:id="br0">
      <inkml:brushProperty name="width" value="0.05" units="cm"/>
      <inkml:brushProperty name="height" value="0.05" units="cm"/>
      <inkml:brushProperty name="color" value="#8D8D8D"/>
    </inkml:brush>
  </inkml:definitions>
  <inkml:trace contextRef="#ctx0" brushRef="#br0">1 1 24575,'25'0'0,"8"0"0,15 0 0,2 0 0,-2 0 0,-3 0 0,1 0 0,-3 0 0,-2 0 0,-6 0 0,-8 0 0,-4 0 0,-7 0 0,-4 0 0,-1 0 0,0 0 0,0 0 0,1 0 0,-1 0 0,5 0 0,5 0 0,2 0 0,-2 0 0,-10 0 0,-6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D4B67-F5C5-40EB-8448-C40DE5B6C5D3}" type="datetimeFigureOut"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792CA-F84F-4D32-800A-F44843445D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22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clients, but within-region delivery costs are fixed (we only model inter-region transport).</a:t>
            </a:r>
          </a:p>
          <a:p>
            <a:r>
              <a:rPr lang="en-US"/>
              <a:t>Our focus: can we make money </a:t>
            </a:r>
            <a:r>
              <a:rPr lang="en-US" b="1"/>
              <a:t>transporting fuel between regions</a:t>
            </a:r>
            <a:r>
              <a:rPr lang="en-US"/>
              <a:t>?</a:t>
            </a:r>
          </a:p>
          <a:p>
            <a:r>
              <a:rPr lang="en-US"/>
              <a:t>Note constraints: only trucking considered; costs are approximate.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57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why </a:t>
            </a:r>
            <a:r>
              <a:rPr lang="en-US" b="1"/>
              <a:t>5¢</a:t>
            </a:r>
            <a:r>
              <a:rPr lang="en-US"/>
              <a:t> is the threshold (safety margin, covers minor errors).</a:t>
            </a:r>
          </a:p>
          <a:p>
            <a:r>
              <a:rPr lang="en-US"/>
              <a:t>Maybe switch visual to line graph??</a:t>
            </a:r>
          </a:p>
          <a:p>
            <a:r>
              <a:rPr lang="en-US"/>
              <a:t>Mention: model scalable, can incorporate new regions, lanes, or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97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Moderate-high assumptions to be conservative.</a:t>
            </a:r>
          </a:p>
          <a:p>
            <a:r>
              <a:rPr lang="en-US"/>
              <a:t>Taxes apply to fuel used in transport, not cargo.</a:t>
            </a:r>
          </a:p>
          <a:p>
            <a:r>
              <a:rPr lang="en-US"/>
              <a:t>Fees assumed covered in our estimates.</a:t>
            </a:r>
          </a:p>
          <a:p>
            <a:r>
              <a:rPr lang="en-US"/>
              <a:t>Emphasize: </a:t>
            </a:r>
            <a:r>
              <a:rPr lang="en-US" b="1"/>
              <a:t>assumptions are conservative</a:t>
            </a:r>
            <a:r>
              <a:rPr lang="en-US"/>
              <a:t>, so actual profits could be higher.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10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</a:t>
            </a:r>
            <a:r>
              <a:rPr lang="en-US" b="1"/>
              <a:t>where arbitrage happens most often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75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second to go over all of these</a:t>
            </a:r>
          </a:p>
          <a:p>
            <a:r>
              <a:rPr lang="en-US" dirty="0"/>
              <a:t>Weekly avg lines (2021–2023).</a:t>
            </a:r>
          </a:p>
          <a:p>
            <a:r>
              <a:rPr lang="en-US" dirty="0"/>
              <a:t>Grayed out lanes except </a:t>
            </a:r>
            <a:r>
              <a:rPr lang="en-US" b="1" dirty="0"/>
              <a:t>LA → LV</a:t>
            </a:r>
            <a:r>
              <a:rPr lang="en-US" dirty="0"/>
              <a:t> in red.</a:t>
            </a:r>
          </a:p>
          <a:p>
            <a:r>
              <a:rPr lang="en-US" dirty="0"/>
              <a:t>BC costs were so much higher, LA </a:t>
            </a:r>
            <a:r>
              <a:rPr lang="en-US" dirty="0">
                <a:sym typeface="Wingdings" pitchFamily="2" charset="2"/>
              </a:rPr>
              <a:t> SLC</a:t>
            </a:r>
            <a:endParaRPr lang="en-US" dirty="0"/>
          </a:p>
          <a:p>
            <a:r>
              <a:rPr lang="en-US" dirty="0"/>
              <a:t>Dashed 5¢ line as threshold.</a:t>
            </a:r>
          </a:p>
          <a:p>
            <a:r>
              <a:rPr lang="en-US" dirty="0"/>
              <a:t>Observations to call out:</a:t>
            </a:r>
          </a:p>
          <a:p>
            <a:pPr lvl="1"/>
            <a:r>
              <a:rPr lang="en-US" dirty="0"/>
              <a:t>2021–2022: high volatility → many arbitrage opportunities.</a:t>
            </a:r>
          </a:p>
          <a:p>
            <a:pPr lvl="1"/>
            <a:r>
              <a:rPr lang="en-US" dirty="0"/>
              <a:t>2023: prices converge, opportunities decrease.</a:t>
            </a:r>
          </a:p>
          <a:p>
            <a:pPr lvl="1"/>
            <a:r>
              <a:rPr lang="en-US" dirty="0"/>
              <a:t>LV still has strong, consistent profit.</a:t>
            </a:r>
          </a:p>
          <a:p>
            <a:pPr lvl="1"/>
            <a:r>
              <a:rPr lang="en-US" dirty="0"/>
              <a:t>Even in transportation costs increased quite a bit, there’s room for profit LA-LV</a:t>
            </a:r>
          </a:p>
          <a:p>
            <a:r>
              <a:rPr lang="en-US" b="1" dirty="0"/>
              <a:t>Optional context:</a:t>
            </a:r>
            <a:endParaRPr lang="en-US" dirty="0"/>
          </a:p>
          <a:p>
            <a:r>
              <a:rPr lang="en-US" dirty="0"/>
              <a:t>Briefly mention global events (COVID, supply chain, geopolitical shocks) — </a:t>
            </a:r>
            <a:r>
              <a:rPr lang="en-US" b="1" dirty="0"/>
              <a:t>just 1–2 sentences max</a:t>
            </a:r>
            <a:r>
              <a:rPr lang="en-US" dirty="0"/>
              <a:t>. Avoid deep dive; focus on how it affects arbitrage volatility.</a:t>
            </a:r>
          </a:p>
          <a:p>
            <a:r>
              <a:rPr lang="en-US" dirty="0"/>
              <a:t>TRANSITION LINE: Is that enough to be worth it? Let’s look at 2025.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40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2022-5A02-F1D7-FF2D-E1F4CB91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023E1-9CFA-8BEB-1007-41A18A7B7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5083F-27B4-306B-DF68-63A2DEDC2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E10DE-2215-10FA-0C2A-B90FC254F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8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C46D-F6A8-D6AA-3CB4-63E1A2D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4D01F-42B0-BFD6-5706-DF2141560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89E79-2406-73B1-F211-C1E703B6F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4C626-5D12-D5D0-A5CA-E5EDD748F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65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DA14-B967-42EB-DF27-F91938EE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4CE1B-303D-40C3-4B9A-9F984A6A6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01BE6-EA66-79B7-5E63-A8ACD17AA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BRING RED</a:t>
            </a:r>
          </a:p>
          <a:p>
            <a:endParaRPr lang="en-US" b="1"/>
          </a:p>
          <a:p>
            <a:r>
              <a:rPr lang="en-US" b="1"/>
              <a:t>Goal:</a:t>
            </a:r>
            <a:r>
              <a:rPr lang="en-US"/>
              <a:t> Clear, actionable takeaways.</a:t>
            </a:r>
          </a:p>
          <a:p>
            <a:r>
              <a:rPr lang="en-US" b="1"/>
              <a:t>Content:</a:t>
            </a:r>
            <a:endParaRPr lang="en-US"/>
          </a:p>
          <a:p>
            <a:r>
              <a:rPr lang="en-US"/>
              <a:t>LA → LV is </a:t>
            </a:r>
            <a:r>
              <a:rPr lang="en-US" b="1"/>
              <a:t>consistently profitable</a:t>
            </a:r>
            <a:r>
              <a:rPr lang="en-US"/>
              <a:t>; LA → others occasionally.</a:t>
            </a:r>
          </a:p>
          <a:p>
            <a:r>
              <a:rPr lang="en-US"/>
              <a:t>Arbitrage less profitable now than 2021–2022, but LV lane remains attractive.</a:t>
            </a:r>
          </a:p>
          <a:p>
            <a:r>
              <a:rPr lang="en-US"/>
              <a:t>Recommend: </a:t>
            </a:r>
            <a:r>
              <a:rPr lang="en-US" b="1"/>
              <a:t>monitor rack price spreads and volume opportunities</a:t>
            </a:r>
            <a:r>
              <a:rPr lang="en-US"/>
              <a:t>, adjust trucking allocations dynamically.</a:t>
            </a:r>
          </a:p>
          <a:p>
            <a:r>
              <a:rPr lang="en-US"/>
              <a:t>Optional: suggest future improvements:</a:t>
            </a:r>
          </a:p>
          <a:p>
            <a:pPr lvl="1"/>
            <a:r>
              <a:rPr lang="en-US"/>
              <a:t>Incorporate real transport costs (taxes, fees) by lane.</a:t>
            </a:r>
          </a:p>
          <a:p>
            <a:pPr lvl="1"/>
            <a:r>
              <a:rPr lang="en-US"/>
              <a:t>Include client delivery costs.</a:t>
            </a:r>
          </a:p>
          <a:p>
            <a:pPr lvl="1"/>
            <a:r>
              <a:rPr lang="en-US"/>
              <a:t>Look at seasonal or monthly patterns to optimize routing.</a:t>
            </a:r>
          </a:p>
          <a:p>
            <a:r>
              <a:rPr lang="en-US" b="1"/>
              <a:t>Visual:</a:t>
            </a:r>
            <a:r>
              <a:rPr lang="en-US"/>
              <a:t> Simple slide with 3–5 bullet points + small graphic of profitable lane.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DD111-C580-B9DA-075C-56C48BD20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26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Source: American Transportation Research Institute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792CA-F84F-4D32-800A-F44843445DF8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3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F98E-DB3B-3277-ED47-C59010BB7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2FD71-5058-74AE-E918-65301A2E2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40A45-02ED-EE9A-B92C-04A06B928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7F4C6-65AE-2C7B-841C-2FB118C2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CF592-C39B-C1FE-8A96-8EF08F8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8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D1C7-A119-4AEE-12EA-ACCE675C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4BA38-DA4E-2EA5-B588-09DCF723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CAEA-B52D-F08C-4134-2D333C5E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F0E1-C9EC-8B15-2923-13B84B01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40625-AA1C-9850-3B0E-9650E459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5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CEDC-E448-4E53-EDF3-BDC8E821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8185A-2FD0-0170-BB03-595BE113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0BCF-1DD9-F4B6-E618-9E4558A0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59ED3-E064-15BC-47A2-D63C6255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679A-92EC-033D-7DB1-70DCCBE5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97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2866-4F13-719D-D63B-5BF01264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311B-22AE-A717-EFA9-4F2C813C9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D0F95-6078-DC95-B56E-E5AA6E764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ADD9B-1BE5-5236-0680-176B6624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727DC-0713-868A-18C7-8E71D48CA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8A783-6595-E2BA-A2CD-AB439E1F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4E54-260D-2389-5810-F13663AA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9ABE8-2ED8-30E6-3E55-18B5C5E44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86CB1-B5D7-C9CE-2B7F-638C9EEEC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A3935-8877-7CE8-B5ED-15A2626F2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43CAD-F56D-0461-24FD-6493C65A9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130C7-7CE6-542E-5F7D-8BB2C033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BC39B-E8EF-FD4E-1851-91848CD1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99526-FEC9-E0AC-6207-67FC3B11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9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9132-2ABF-8DA4-5FB9-3DAC5F45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2BCA9-896C-72A4-2825-DAD4C49B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0756C-B04C-5945-49F8-007A2A4B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BCDC6-054B-EE66-968C-E4F0BC8E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3C64C-E554-A386-88B5-5724F7AC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CFCE9C-9882-8B46-2AE9-14411410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B22F7-23EE-30A8-E252-DA3AF56D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0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F925-2DD9-C8EE-686E-C04E27D2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0712-C3ED-BFA9-BCCC-1573C6FE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8516C-2A4B-A9D5-C7B6-41E2CD185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8A51F-6113-AA6A-B6E5-F7378165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CB3F7-622C-9F3F-656F-FDDECB13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7A5D-A483-B378-D226-D3A1156B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4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AADA-7694-E5A5-14A3-09201099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16B61F-F52E-22F4-E3C7-5B1ED93D6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4C82D-0AB9-37D9-C3D6-BFB339FAC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09321-5169-19A1-3079-7C8E93EB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85BB8-9339-F141-CF43-4796F96B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5A512-3171-4930-C4BA-CC8E5655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1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77DE-123E-8A7B-664C-13CAA73D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23D78-CDDE-7C6C-E2D0-A692E8FA5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E366A-3973-0F7E-679F-6ADB5E62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F1AD6-2D90-FD98-9A75-E2089AF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EABA3-FA28-B096-4DC9-12DDDAA8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0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D6C2D-A641-3DF9-0875-CEE8659AF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14DE4-1699-255A-8748-78DFB3B63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1C06B-FF13-1FEA-5538-87AF7B1C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79274-C912-849D-C567-209D79C5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9C48B-4CDA-7622-B8CC-6DC6B1ED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21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100" y="2268300"/>
            <a:ext cx="61232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100" y="4275200"/>
            <a:ext cx="32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411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1A1DF-6CB4-F2D6-5182-6972B6A2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0537F-2BFC-3456-2F69-2A1219654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623F9-E3EC-380F-685C-F53CECCBF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630F8-0DC9-FB4A-9663-D8D71E62934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FC311-2678-D75D-32CB-24EA4D743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B4A90-9E36-F954-9467-2F6F20CB3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A4F1B-4836-074C-8036-111A65A1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0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.xml"/><Relationship Id="rId21" Type="http://schemas.openxmlformats.org/officeDocument/2006/relationships/image" Target="../media/image11.png"/><Relationship Id="rId42" Type="http://schemas.openxmlformats.org/officeDocument/2006/relationships/customXml" Target="../ink/ink19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2.xml"/><Relationship Id="rId16" Type="http://schemas.openxmlformats.org/officeDocument/2006/relationships/customXml" Target="../ink/ink6.xml"/><Relationship Id="rId11" Type="http://schemas.openxmlformats.org/officeDocument/2006/relationships/image" Target="../media/image6.png"/><Relationship Id="rId32" Type="http://schemas.openxmlformats.org/officeDocument/2006/relationships/customXml" Target="../ink/ink14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7.xml"/><Relationship Id="rId74" Type="http://schemas.openxmlformats.org/officeDocument/2006/relationships/customXml" Target="../ink/ink35.xml"/><Relationship Id="rId79" Type="http://schemas.openxmlformats.org/officeDocument/2006/relationships/image" Target="../media/image40.png"/><Relationship Id="rId5" Type="http://schemas.openxmlformats.org/officeDocument/2006/relationships/image" Target="../media/image2.jpeg"/><Relationship Id="rId61" Type="http://schemas.openxmlformats.org/officeDocument/2006/relationships/image" Target="../media/image31.png"/><Relationship Id="rId82" Type="http://schemas.openxmlformats.org/officeDocument/2006/relationships/customXml" Target="../ink/ink39.xml"/><Relationship Id="rId19" Type="http://schemas.openxmlformats.org/officeDocument/2006/relationships/image" Target="../media/image10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4.png"/><Relationship Id="rId30" Type="http://schemas.openxmlformats.org/officeDocument/2006/relationships/customXml" Target="../ink/ink13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2.xml"/><Relationship Id="rId56" Type="http://schemas.openxmlformats.org/officeDocument/2006/relationships/customXml" Target="../ink/ink26.xml"/><Relationship Id="rId64" Type="http://schemas.openxmlformats.org/officeDocument/2006/relationships/customXml" Target="../ink/ink30.xml"/><Relationship Id="rId69" Type="http://schemas.openxmlformats.org/officeDocument/2006/relationships/image" Target="../media/image35.png"/><Relationship Id="rId77" Type="http://schemas.openxmlformats.org/officeDocument/2006/relationships/image" Target="../media/image39.png"/><Relationship Id="rId8" Type="http://schemas.openxmlformats.org/officeDocument/2006/relationships/customXml" Target="../ink/ink2.xml"/><Relationship Id="rId51" Type="http://schemas.openxmlformats.org/officeDocument/2006/relationships/image" Target="../media/image26.png"/><Relationship Id="rId72" Type="http://schemas.openxmlformats.org/officeDocument/2006/relationships/customXml" Target="../ink/ink34.xml"/><Relationship Id="rId80" Type="http://schemas.openxmlformats.org/officeDocument/2006/relationships/customXml" Target="../ink/ink38.xml"/><Relationship Id="rId3" Type="http://schemas.openxmlformats.org/officeDocument/2006/relationships/image" Target="../media/image3.png"/><Relationship Id="rId12" Type="http://schemas.openxmlformats.org/officeDocument/2006/relationships/customXml" Target="../ink/ink4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7.xml"/><Relationship Id="rId46" Type="http://schemas.openxmlformats.org/officeDocument/2006/relationships/customXml" Target="../ink/ink21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8.xml"/><Relationship Id="rId41" Type="http://schemas.openxmlformats.org/officeDocument/2006/relationships/image" Target="../media/image21.png"/><Relationship Id="rId54" Type="http://schemas.openxmlformats.org/officeDocument/2006/relationships/customXml" Target="../ink/ink25.xml"/><Relationship Id="rId62" Type="http://schemas.openxmlformats.org/officeDocument/2006/relationships/customXml" Target="../ink/ink29.xml"/><Relationship Id="rId70" Type="http://schemas.openxmlformats.org/officeDocument/2006/relationships/customXml" Target="../ink/ink33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3.xml"/><Relationship Id="rId31" Type="http://schemas.openxmlformats.org/officeDocument/2006/relationships/image" Target="../media/image16.png"/><Relationship Id="rId44" Type="http://schemas.openxmlformats.org/officeDocument/2006/relationships/customXml" Target="../ink/ink20.xml"/><Relationship Id="rId52" Type="http://schemas.openxmlformats.org/officeDocument/2006/relationships/customXml" Target="../ink/ink24.xml"/><Relationship Id="rId60" Type="http://schemas.openxmlformats.org/officeDocument/2006/relationships/customXml" Target="../ink/ink28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7.xml"/><Relationship Id="rId81" Type="http://schemas.openxmlformats.org/officeDocument/2006/relationships/image" Target="../media/image41.png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7.xml"/><Relationship Id="rId39" Type="http://schemas.openxmlformats.org/officeDocument/2006/relationships/image" Target="../media/image20.png"/><Relationship Id="rId34" Type="http://schemas.openxmlformats.org/officeDocument/2006/relationships/customXml" Target="../ink/ink15.xml"/><Relationship Id="rId50" Type="http://schemas.openxmlformats.org/officeDocument/2006/relationships/customXml" Target="../ink/ink23.xml"/><Relationship Id="rId55" Type="http://schemas.openxmlformats.org/officeDocument/2006/relationships/image" Target="../media/image28.png"/><Relationship Id="rId76" Type="http://schemas.openxmlformats.org/officeDocument/2006/relationships/customXml" Target="../ink/ink36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5.png"/><Relationship Id="rId24" Type="http://schemas.openxmlformats.org/officeDocument/2006/relationships/customXml" Target="../ink/ink10.xml"/><Relationship Id="rId40" Type="http://schemas.openxmlformats.org/officeDocument/2006/relationships/customXml" Target="../ink/ink18.xml"/><Relationship Id="rId45" Type="http://schemas.openxmlformats.org/officeDocument/2006/relationships/image" Target="../media/image23.png"/><Relationship Id="rId66" Type="http://schemas.openxmlformats.org/officeDocument/2006/relationships/customXml" Target="../ink/ink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44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4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2941-DDA1-8FDE-303E-C5FDEF79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93DE1-5110-1BE1-BFFA-C2C4C3D6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1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uck parked on the road&#10;&#10;AI-generated content may be incorrect.">
            <a:extLst>
              <a:ext uri="{FF2B5EF4-FFF2-40B4-BE49-F238E27FC236}">
                <a16:creationId xmlns:a16="http://schemas.microsoft.com/office/drawing/2014/main" id="{7D3D581D-F082-2FB3-3450-801366A4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14" t="9091" r="21350"/>
          <a:stretch>
            <a:fillRect/>
          </a:stretch>
        </p:blipFill>
        <p:spPr>
          <a:xfrm>
            <a:off x="3560618" y="10"/>
            <a:ext cx="8631382" cy="7168402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1"/>
              </a:gs>
            </a:gsLst>
            <a:lin ang="10800000" scaled="0"/>
          </a:gradFill>
        </p:spPr>
      </p:pic>
      <p:sp>
        <p:nvSpPr>
          <p:cNvPr id="128" name="Google Shape;128;p26"/>
          <p:cNvSpPr/>
          <p:nvPr/>
        </p:nvSpPr>
        <p:spPr>
          <a:xfrm rot="5400000">
            <a:off x="1905167" y="18467"/>
            <a:ext cx="4478400" cy="6702000"/>
          </a:xfrm>
          <a:prstGeom prst="rect">
            <a:avLst/>
          </a:prstGeom>
          <a:solidFill>
            <a:srgbClr val="DB2C2E">
              <a:alpha val="861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0" name="Google Shape;130;p26"/>
          <p:cNvSpPr txBox="1">
            <a:spLocks noGrp="1"/>
          </p:cNvSpPr>
          <p:nvPr>
            <p:ph type="ctrTitle"/>
          </p:nvPr>
        </p:nvSpPr>
        <p:spPr>
          <a:xfrm>
            <a:off x="1156909" y="2051200"/>
            <a:ext cx="6123200" cy="237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sz="6800" b="1">
                <a:solidFill>
                  <a:schemeClr val="lt1"/>
                </a:solidFill>
              </a:rPr>
              <a:t>BRAD HALL </a:t>
            </a:r>
            <a:br>
              <a:rPr lang="en-US" sz="6800" b="1">
                <a:solidFill>
                  <a:schemeClr val="lt1"/>
                </a:solidFill>
              </a:rPr>
            </a:br>
            <a:r>
              <a:rPr lang="en-US" sz="6800" b="1">
                <a:solidFill>
                  <a:schemeClr val="lt1"/>
                </a:solidFill>
              </a:rPr>
              <a:t>FUEL ANALYSIS</a:t>
            </a:r>
            <a:endParaRPr sz="6800" b="1">
              <a:solidFill>
                <a:schemeClr val="l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1" name="Google Shape;131;p26"/>
          <p:cNvSpPr/>
          <p:nvPr/>
        </p:nvSpPr>
        <p:spPr>
          <a:xfrm rot="-5400000" flipH="1">
            <a:off x="9805600" y="3222067"/>
            <a:ext cx="4478400" cy="294800"/>
          </a:xfrm>
          <a:prstGeom prst="rect">
            <a:avLst/>
          </a:prstGeom>
          <a:solidFill>
            <a:srgbClr val="DB2C2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9312FAE-2B4E-9848-FC6D-5528C04A4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8350" y="4129714"/>
            <a:ext cx="5430336" cy="956000"/>
          </a:xfrm>
        </p:spPr>
        <p:txBody>
          <a:bodyPr/>
          <a:lstStyle/>
          <a:p>
            <a:r>
              <a:rPr lang="en-US"/>
              <a:t>By the 2026 Econ Games Team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1BC349D-A620-EF5A-65B1-4D15BD2B4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4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C0788DB-58B5-BABE-396A-5E95BAF6E350}"/>
              </a:ext>
            </a:extLst>
          </p:cNvPr>
          <p:cNvGrpSpPr/>
          <p:nvPr/>
        </p:nvGrpSpPr>
        <p:grpSpPr>
          <a:xfrm rot="21332215">
            <a:off x="5255066" y="-256209"/>
            <a:ext cx="7332350" cy="6952139"/>
            <a:chOff x="242639" y="902225"/>
            <a:chExt cx="6046910" cy="5733354"/>
          </a:xfrm>
        </p:grpSpPr>
        <p:pic>
          <p:nvPicPr>
            <p:cNvPr id="8" name="Picture 7" descr="A map of the united states&#10;&#10;AI-generated content may be incorrect.">
              <a:extLst>
                <a:ext uri="{FF2B5EF4-FFF2-40B4-BE49-F238E27FC236}">
                  <a16:creationId xmlns:a16="http://schemas.microsoft.com/office/drawing/2014/main" id="{CCAF6273-C197-346C-3186-E47991E56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rcRect r="34741"/>
            <a:stretch>
              <a:fillRect/>
            </a:stretch>
          </p:blipFill>
          <p:spPr>
            <a:xfrm>
              <a:off x="242639" y="902225"/>
              <a:ext cx="6046910" cy="5733354"/>
            </a:xfrm>
            <a:custGeom>
              <a:avLst/>
              <a:gdLst>
                <a:gd name="csX0" fmla="*/ 0 w 5072185"/>
                <a:gd name="csY0" fmla="*/ 0 h 4809172"/>
                <a:gd name="csX1" fmla="*/ 5072185 w 5072185"/>
                <a:gd name="csY1" fmla="*/ 0 h 4809172"/>
                <a:gd name="csX2" fmla="*/ 5072185 w 5072185"/>
                <a:gd name="csY2" fmla="*/ 4809172 h 4809172"/>
                <a:gd name="csX3" fmla="*/ 2998433 w 5072185"/>
                <a:gd name="csY3" fmla="*/ 4809172 h 4809172"/>
                <a:gd name="csX4" fmla="*/ 3002456 w 5072185"/>
                <a:gd name="csY4" fmla="*/ 4740166 h 4809172"/>
                <a:gd name="csX5" fmla="*/ 1982952 w 5072185"/>
                <a:gd name="csY5" fmla="*/ 3857297 h 4809172"/>
                <a:gd name="csX6" fmla="*/ 1878714 w 5072185"/>
                <a:gd name="csY6" fmla="*/ 3861855 h 4809172"/>
                <a:gd name="csX7" fmla="*/ 1824211 w 5072185"/>
                <a:gd name="csY7" fmla="*/ 3869059 h 4809172"/>
                <a:gd name="csX8" fmla="*/ 1808138 w 5072185"/>
                <a:gd name="csY8" fmla="*/ 3839142 h 4809172"/>
                <a:gd name="csX9" fmla="*/ 649514 w 5072185"/>
                <a:gd name="csY9" fmla="*/ 3315956 h 4809172"/>
                <a:gd name="csX10" fmla="*/ 160062 w 5072185"/>
                <a:gd name="csY10" fmla="*/ 3383274 h 4809172"/>
                <a:gd name="csX11" fmla="*/ 0 w 5072185"/>
                <a:gd name="csY11" fmla="*/ 3442459 h 4809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072185" h="4809172">
                  <a:moveTo>
                    <a:pt x="0" y="0"/>
                  </a:moveTo>
                  <a:lnTo>
                    <a:pt x="5072185" y="0"/>
                  </a:lnTo>
                  <a:lnTo>
                    <a:pt x="5072185" y="4809172"/>
                  </a:lnTo>
                  <a:lnTo>
                    <a:pt x="2998433" y="4809172"/>
                  </a:lnTo>
                  <a:lnTo>
                    <a:pt x="3002456" y="4740166"/>
                  </a:lnTo>
                  <a:cubicBezTo>
                    <a:pt x="3002456" y="4252571"/>
                    <a:pt x="2546009" y="3857297"/>
                    <a:pt x="1982952" y="3857297"/>
                  </a:cubicBezTo>
                  <a:cubicBezTo>
                    <a:pt x="1947761" y="3857297"/>
                    <a:pt x="1912987" y="3858841"/>
                    <a:pt x="1878714" y="3861855"/>
                  </a:cubicBezTo>
                  <a:lnTo>
                    <a:pt x="1824211" y="3869059"/>
                  </a:lnTo>
                  <a:lnTo>
                    <a:pt x="1808138" y="3839142"/>
                  </a:lnTo>
                  <a:cubicBezTo>
                    <a:pt x="1617249" y="3531688"/>
                    <a:pt x="1170363" y="3315956"/>
                    <a:pt x="649514" y="3315956"/>
                  </a:cubicBezTo>
                  <a:cubicBezTo>
                    <a:pt x="475898" y="3315956"/>
                    <a:pt x="310500" y="3339926"/>
                    <a:pt x="160062" y="3383274"/>
                  </a:cubicBezTo>
                  <a:lnTo>
                    <a:pt x="0" y="3442459"/>
                  </a:lnTo>
                  <a:close/>
                </a:path>
              </a:pathLst>
            </a:custGeom>
          </p:spPr>
        </p:pic>
        <p:sp>
          <p:nvSpPr>
            <p:cNvPr id="23" name="5-Point Star 22">
              <a:extLst>
                <a:ext uri="{FF2B5EF4-FFF2-40B4-BE49-F238E27FC236}">
                  <a16:creationId xmlns:a16="http://schemas.microsoft.com/office/drawing/2014/main" id="{2838D38F-24C4-FA4D-1389-BEB55AE32793}"/>
                </a:ext>
              </a:extLst>
            </p:cNvPr>
            <p:cNvSpPr/>
            <p:nvPr/>
          </p:nvSpPr>
          <p:spPr>
            <a:xfrm>
              <a:off x="2218657" y="2879744"/>
              <a:ext cx="363901" cy="36390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EB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5-Point Star 23">
              <a:extLst>
                <a:ext uri="{FF2B5EF4-FFF2-40B4-BE49-F238E27FC236}">
                  <a16:creationId xmlns:a16="http://schemas.microsoft.com/office/drawing/2014/main" id="{D5EC4BA3-220D-BFA0-872C-290EEA40B310}"/>
                </a:ext>
              </a:extLst>
            </p:cNvPr>
            <p:cNvSpPr/>
            <p:nvPr/>
          </p:nvSpPr>
          <p:spPr>
            <a:xfrm>
              <a:off x="4904196" y="5392288"/>
              <a:ext cx="363901" cy="36390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EB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5-Point Star 24">
              <a:extLst>
                <a:ext uri="{FF2B5EF4-FFF2-40B4-BE49-F238E27FC236}">
                  <a16:creationId xmlns:a16="http://schemas.microsoft.com/office/drawing/2014/main" id="{6E4FD2B4-A564-6048-A649-91C9ECB14B62}"/>
                </a:ext>
              </a:extLst>
            </p:cNvPr>
            <p:cNvSpPr/>
            <p:nvPr/>
          </p:nvSpPr>
          <p:spPr>
            <a:xfrm>
              <a:off x="2878727" y="4221257"/>
              <a:ext cx="363901" cy="36390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EB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5-Point Star 25">
              <a:extLst>
                <a:ext uri="{FF2B5EF4-FFF2-40B4-BE49-F238E27FC236}">
                  <a16:creationId xmlns:a16="http://schemas.microsoft.com/office/drawing/2014/main" id="{26E02ED9-6F84-7A60-20DE-839616D663DF}"/>
                </a:ext>
              </a:extLst>
            </p:cNvPr>
            <p:cNvSpPr/>
            <p:nvPr/>
          </p:nvSpPr>
          <p:spPr>
            <a:xfrm>
              <a:off x="1887113" y="4402667"/>
              <a:ext cx="363901" cy="36390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EB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5-Point Star 26">
              <a:extLst>
                <a:ext uri="{FF2B5EF4-FFF2-40B4-BE49-F238E27FC236}">
                  <a16:creationId xmlns:a16="http://schemas.microsoft.com/office/drawing/2014/main" id="{B4D92DAA-6586-4F53-5B9C-68B7E417EF8C}"/>
                </a:ext>
              </a:extLst>
            </p:cNvPr>
            <p:cNvSpPr/>
            <p:nvPr/>
          </p:nvSpPr>
          <p:spPr>
            <a:xfrm>
              <a:off x="925154" y="4039306"/>
              <a:ext cx="363901" cy="36390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EB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5-Point Star 27">
              <a:extLst>
                <a:ext uri="{FF2B5EF4-FFF2-40B4-BE49-F238E27FC236}">
                  <a16:creationId xmlns:a16="http://schemas.microsoft.com/office/drawing/2014/main" id="{049BD5DF-A318-34A8-5169-A719EE1D748D}"/>
                </a:ext>
              </a:extLst>
            </p:cNvPr>
            <p:cNvSpPr/>
            <p:nvPr/>
          </p:nvSpPr>
          <p:spPr>
            <a:xfrm>
              <a:off x="1461427" y="3673450"/>
              <a:ext cx="363901" cy="36390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EB2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C787B5FF-3354-CAEC-7DF4-9072ED204732}"/>
              </a:ext>
            </a:extLst>
          </p:cNvPr>
          <p:cNvSpPr txBox="1">
            <a:spLocks/>
          </p:cNvSpPr>
          <p:nvPr/>
        </p:nvSpPr>
        <p:spPr>
          <a:xfrm>
            <a:off x="494130" y="2410119"/>
            <a:ext cx="10386245" cy="379315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000" b="1" dirty="0">
                <a:solidFill>
                  <a:srgbClr val="FFFFFF"/>
                </a:solidFill>
              </a:rPr>
              <a:t>Is it feasible </a:t>
            </a:r>
          </a:p>
          <a:p>
            <a:r>
              <a:rPr lang="en-US" sz="7000" b="1" dirty="0">
                <a:solidFill>
                  <a:srgbClr val="FFFFFF"/>
                </a:solidFill>
              </a:rPr>
              <a:t>to transport </a:t>
            </a:r>
          </a:p>
          <a:p>
            <a:r>
              <a:rPr lang="en-US" sz="7000" b="1" dirty="0">
                <a:solidFill>
                  <a:srgbClr val="FFFFFF"/>
                </a:solidFill>
              </a:rPr>
              <a:t>fuel cross-regionally?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B890BC03-D801-15D4-AE50-9C8E7A7AF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06C4E71-5C87-BF3A-0DF3-73ECFF97B06A}"/>
                  </a:ext>
                </a:extLst>
              </p14:cNvPr>
              <p14:cNvContentPartPr/>
              <p14:nvPr/>
            </p14:nvContentPartPr>
            <p14:xfrm>
              <a:off x="5948362" y="3321306"/>
              <a:ext cx="348840" cy="512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06C4E71-5C87-BF3A-0DF3-73ECFF97B0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4042" y="3316986"/>
                <a:ext cx="35748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1150D4-8955-E9E4-FF27-E400D7E59C74}"/>
                  </a:ext>
                </a:extLst>
              </p14:cNvPr>
              <p14:cNvContentPartPr/>
              <p14:nvPr/>
            </p14:nvContentPartPr>
            <p14:xfrm>
              <a:off x="5756842" y="3347226"/>
              <a:ext cx="3960" cy="145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1150D4-8955-E9E4-FF27-E400D7E59C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52522" y="3342906"/>
                <a:ext cx="126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5B0FE6-9A18-DA41-7C44-2AD347AC49B8}"/>
                  </a:ext>
                </a:extLst>
              </p14:cNvPr>
              <p14:cNvContentPartPr/>
              <p14:nvPr/>
            </p14:nvContentPartPr>
            <p14:xfrm>
              <a:off x="5590882" y="2747106"/>
              <a:ext cx="14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5B0FE6-9A18-DA41-7C44-2AD347AC49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86562" y="2742786"/>
                <a:ext cx="100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46B6C6D-CD8C-FD50-F5B3-411324BFD6BF}"/>
                  </a:ext>
                </a:extLst>
              </p14:cNvPr>
              <p14:cNvContentPartPr/>
              <p14:nvPr/>
            </p14:nvContentPartPr>
            <p14:xfrm>
              <a:off x="5492602" y="2571786"/>
              <a:ext cx="294120" cy="265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46B6C6D-CD8C-FD50-F5B3-411324BFD6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88282" y="2567466"/>
                <a:ext cx="3027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F097611-2AD9-F607-792B-6009CF354DA9}"/>
                  </a:ext>
                </a:extLst>
              </p14:cNvPr>
              <p14:cNvContentPartPr/>
              <p14:nvPr/>
            </p14:nvContentPartPr>
            <p14:xfrm>
              <a:off x="5653162" y="2313666"/>
              <a:ext cx="306720" cy="999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F097611-2AD9-F607-792B-6009CF354D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48842" y="2309344"/>
                <a:ext cx="315360" cy="1008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064797A-0A07-260A-9FD6-12F5FEF8FE25}"/>
                  </a:ext>
                </a:extLst>
              </p14:cNvPr>
              <p14:cNvContentPartPr/>
              <p14:nvPr/>
            </p14:nvContentPartPr>
            <p14:xfrm>
              <a:off x="5729482" y="2447226"/>
              <a:ext cx="638640" cy="164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064797A-0A07-260A-9FD6-12F5FEF8FE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25162" y="2442897"/>
                <a:ext cx="647280" cy="173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580FDF-8AD5-1B64-6F7C-231C35E1A66D}"/>
                  </a:ext>
                </a:extLst>
              </p14:cNvPr>
              <p14:cNvContentPartPr/>
              <p14:nvPr/>
            </p14:nvContentPartPr>
            <p14:xfrm>
              <a:off x="6400522" y="4119786"/>
              <a:ext cx="187200" cy="247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580FDF-8AD5-1B64-6F7C-231C35E1A66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96202" y="4115466"/>
                <a:ext cx="1958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ECF64CE-8047-0AA9-B75F-9D3E873E4DA8}"/>
                  </a:ext>
                </a:extLst>
              </p14:cNvPr>
              <p14:cNvContentPartPr/>
              <p14:nvPr/>
            </p14:nvContentPartPr>
            <p14:xfrm>
              <a:off x="6519682" y="3990186"/>
              <a:ext cx="586440" cy="494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ECF64CE-8047-0AA9-B75F-9D3E873E4D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15362" y="3985863"/>
                <a:ext cx="595080" cy="502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738E9D6-C417-B81A-7C90-C457AEB3EF87}"/>
                  </a:ext>
                </a:extLst>
              </p14:cNvPr>
              <p14:cNvContentPartPr/>
              <p14:nvPr/>
            </p14:nvContentPartPr>
            <p14:xfrm>
              <a:off x="7655259" y="4526765"/>
              <a:ext cx="239400" cy="220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738E9D6-C417-B81A-7C90-C457AEB3EF8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50945" y="4522445"/>
                <a:ext cx="248027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49BBB26-BE3A-9754-422C-D13BE69958A6}"/>
                  </a:ext>
                </a:extLst>
              </p14:cNvPr>
              <p14:cNvContentPartPr/>
              <p14:nvPr/>
            </p14:nvContentPartPr>
            <p14:xfrm>
              <a:off x="7888899" y="4548005"/>
              <a:ext cx="1061640" cy="304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49BBB26-BE3A-9754-422C-D13BE69958A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84579" y="4543685"/>
                <a:ext cx="10702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F30D53C-B3CE-6A0F-5A6C-51817958EEC6}"/>
                  </a:ext>
                </a:extLst>
              </p14:cNvPr>
              <p14:cNvContentPartPr/>
              <p14:nvPr/>
            </p14:nvContentPartPr>
            <p14:xfrm>
              <a:off x="8503160" y="4064920"/>
              <a:ext cx="143280" cy="673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F30D53C-B3CE-6A0F-5A6C-51817958EEC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498840" y="4060600"/>
                <a:ext cx="15192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B80AAF5-A679-5DC1-DBCA-312F22A9FACA}"/>
                  </a:ext>
                </a:extLst>
              </p14:cNvPr>
              <p14:cNvContentPartPr/>
              <p14:nvPr/>
            </p14:nvContentPartPr>
            <p14:xfrm>
              <a:off x="8673800" y="4465960"/>
              <a:ext cx="298440" cy="397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B80AAF5-A679-5DC1-DBCA-312F22A9FA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69480" y="4461640"/>
                <a:ext cx="30708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16F0C82-B481-020C-6B2F-0D86ACEE6CC6}"/>
                  </a:ext>
                </a:extLst>
              </p14:cNvPr>
              <p14:cNvContentPartPr/>
              <p14:nvPr/>
            </p14:nvContentPartPr>
            <p14:xfrm>
              <a:off x="8746880" y="4760800"/>
              <a:ext cx="2533320" cy="681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16F0C82-B481-020C-6B2F-0D86ACEE6CC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42560" y="4756482"/>
                <a:ext cx="2541960" cy="690115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216179C5-9D1B-362D-4F84-DB82511DC6C7}"/>
              </a:ext>
            </a:extLst>
          </p:cNvPr>
          <p:cNvGrpSpPr/>
          <p:nvPr/>
        </p:nvGrpSpPr>
        <p:grpSpPr>
          <a:xfrm>
            <a:off x="10604480" y="5453800"/>
            <a:ext cx="535680" cy="597960"/>
            <a:chOff x="10604480" y="5453800"/>
            <a:chExt cx="535680" cy="59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225CB5-591F-9365-BA4C-FFAE8A97F0F3}"/>
                    </a:ext>
                  </a:extLst>
                </p14:cNvPr>
                <p14:cNvContentPartPr/>
                <p14:nvPr/>
              </p14:nvContentPartPr>
              <p14:xfrm>
                <a:off x="10610240" y="5539120"/>
                <a:ext cx="472680" cy="512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225CB5-591F-9365-BA4C-FFAE8A97F0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05923" y="5534800"/>
                  <a:ext cx="481313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DD4A14-AAB5-F825-C774-BEF1C6132AFE}"/>
                    </a:ext>
                  </a:extLst>
                </p14:cNvPr>
                <p14:cNvContentPartPr/>
                <p14:nvPr/>
              </p14:nvContentPartPr>
              <p14:xfrm>
                <a:off x="10604480" y="5453800"/>
                <a:ext cx="535680" cy="172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DD4A14-AAB5-F825-C774-BEF1C6132A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00160" y="5449471"/>
                  <a:ext cx="544320" cy="18145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6EB8F69-7955-F042-BAFC-2433BA95D8B3}"/>
                  </a:ext>
                </a:extLst>
              </p14:cNvPr>
              <p14:cNvContentPartPr/>
              <p14:nvPr/>
            </p14:nvContentPartPr>
            <p14:xfrm>
              <a:off x="8703320" y="3373480"/>
              <a:ext cx="741600" cy="13521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6EB8F69-7955-F042-BAFC-2433BA95D8B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699000" y="3369159"/>
                <a:ext cx="750240" cy="1360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C2875F8-FCF1-AE3E-43E6-9246B36D79BE}"/>
                  </a:ext>
                </a:extLst>
              </p14:cNvPr>
              <p14:cNvContentPartPr/>
              <p14:nvPr/>
            </p14:nvContentPartPr>
            <p14:xfrm>
              <a:off x="8660840" y="4675240"/>
              <a:ext cx="856800" cy="357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C2875F8-FCF1-AE3E-43E6-9246B36D79B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56522" y="4670920"/>
                <a:ext cx="865436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5D3EA94-6386-1F13-0219-60AE764B00F9}"/>
                  </a:ext>
                </a:extLst>
              </p14:cNvPr>
              <p14:cNvContentPartPr/>
              <p14:nvPr/>
            </p14:nvContentPartPr>
            <p14:xfrm>
              <a:off x="8810600" y="3659680"/>
              <a:ext cx="559800" cy="873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5D3EA94-6386-1F13-0219-60AE764B00F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06280" y="3655358"/>
                <a:ext cx="568440" cy="882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2BBDC86-E1FF-0F96-A40D-22043C6E753C}"/>
                  </a:ext>
                </a:extLst>
              </p14:cNvPr>
              <p14:cNvContentPartPr/>
              <p14:nvPr/>
            </p14:nvContentPartPr>
            <p14:xfrm>
              <a:off x="8936240" y="3865960"/>
              <a:ext cx="335160" cy="129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2BBDC86-E1FF-0F96-A40D-22043C6E753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31920" y="3861628"/>
                <a:ext cx="343800" cy="137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4233BBE-BC25-83EC-6BF4-F443DE13433B}"/>
                  </a:ext>
                </a:extLst>
              </p14:cNvPr>
              <p14:cNvContentPartPr/>
              <p14:nvPr/>
            </p14:nvContentPartPr>
            <p14:xfrm>
              <a:off x="8777840" y="2227960"/>
              <a:ext cx="645480" cy="1273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4233BBE-BC25-83EC-6BF4-F443DE13433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73522" y="2223639"/>
                <a:ext cx="654115" cy="1281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7EEC62C-6652-4C63-E79C-7C96A2C1D88F}"/>
                  </a:ext>
                </a:extLst>
              </p14:cNvPr>
              <p14:cNvContentPartPr/>
              <p14:nvPr/>
            </p14:nvContentPartPr>
            <p14:xfrm>
              <a:off x="8771720" y="2231920"/>
              <a:ext cx="661320" cy="1186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7EEC62C-6652-4C63-E79C-7C96A2C1D88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67400" y="2227600"/>
                <a:ext cx="669960" cy="11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F6F2B2F-F7A4-B35B-1C0C-BBA50AACB87B}"/>
                  </a:ext>
                </a:extLst>
              </p14:cNvPr>
              <p14:cNvContentPartPr/>
              <p14:nvPr/>
            </p14:nvContentPartPr>
            <p14:xfrm>
              <a:off x="8443742" y="3608326"/>
              <a:ext cx="181800" cy="376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F6F2B2F-F7A4-B35B-1C0C-BBA50AACB87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39422" y="3604006"/>
                <a:ext cx="19044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A64DB9-C785-FE67-6DE0-5587E06C1CEB}"/>
                  </a:ext>
                </a:extLst>
              </p14:cNvPr>
              <p14:cNvContentPartPr/>
              <p14:nvPr/>
            </p14:nvContentPartPr>
            <p14:xfrm>
              <a:off x="6369562" y="3548106"/>
              <a:ext cx="440280" cy="136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A64DB9-C785-FE67-6DE0-5587E06C1CE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65242" y="3543775"/>
                <a:ext cx="448920" cy="145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19F2E50-4528-4064-8AF4-70EEEF247284}"/>
                  </a:ext>
                </a:extLst>
              </p14:cNvPr>
              <p14:cNvContentPartPr/>
              <p14:nvPr/>
            </p14:nvContentPartPr>
            <p14:xfrm>
              <a:off x="6368482" y="3698226"/>
              <a:ext cx="106920" cy="140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19F2E50-4528-4064-8AF4-70EEEF24728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64162" y="3693906"/>
                <a:ext cx="1155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17AA2EC-60F0-CBB6-FF16-EC072A44AB05}"/>
                  </a:ext>
                </a:extLst>
              </p14:cNvPr>
              <p14:cNvContentPartPr/>
              <p14:nvPr/>
            </p14:nvContentPartPr>
            <p14:xfrm>
              <a:off x="7032099" y="4321565"/>
              <a:ext cx="379800" cy="180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17AA2EC-60F0-CBB6-FF16-EC072A44AB0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27779" y="4317236"/>
                <a:ext cx="388440" cy="189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DCB0B4D-03E7-7650-33A4-21BFC9EF907A}"/>
                  </a:ext>
                </a:extLst>
              </p14:cNvPr>
              <p14:cNvContentPartPr/>
              <p14:nvPr/>
            </p14:nvContentPartPr>
            <p14:xfrm>
              <a:off x="7535379" y="4484285"/>
              <a:ext cx="147960" cy="186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DCB0B4D-03E7-7650-33A4-21BFC9EF907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31059" y="4479965"/>
                <a:ext cx="1566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68D60D5-8E95-648C-AE9A-F8E7D9F6F633}"/>
                  </a:ext>
                </a:extLst>
              </p14:cNvPr>
              <p14:cNvContentPartPr/>
              <p14:nvPr/>
            </p14:nvContentPartPr>
            <p14:xfrm>
              <a:off x="8665502" y="1830286"/>
              <a:ext cx="2546280" cy="3315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68D60D5-8E95-648C-AE9A-F8E7D9F6F63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61182" y="1825966"/>
                <a:ext cx="2554920" cy="33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261B04B-7A60-535D-5C27-28B40D1DA53A}"/>
                  </a:ext>
                </a:extLst>
              </p14:cNvPr>
              <p14:cNvContentPartPr/>
              <p14:nvPr/>
            </p14:nvContentPartPr>
            <p14:xfrm>
              <a:off x="8160027" y="1296418"/>
              <a:ext cx="537480" cy="895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261B04B-7A60-535D-5C27-28B40D1DA53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55707" y="1292098"/>
                <a:ext cx="546120" cy="90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AD23F1E-9CBC-0F3D-A6C2-314C36228313}"/>
                  </a:ext>
                </a:extLst>
              </p14:cNvPr>
              <p14:cNvContentPartPr/>
              <p14:nvPr/>
            </p14:nvContentPartPr>
            <p14:xfrm>
              <a:off x="7914542" y="2160406"/>
              <a:ext cx="868680" cy="203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AD23F1E-9CBC-0F3D-A6C2-314C3622831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910220" y="2156086"/>
                <a:ext cx="877324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313589D-F12A-8551-0F71-6F3E2EC0283B}"/>
                  </a:ext>
                </a:extLst>
              </p14:cNvPr>
              <p14:cNvContentPartPr/>
              <p14:nvPr/>
            </p14:nvContentPartPr>
            <p14:xfrm>
              <a:off x="7883942" y="2591326"/>
              <a:ext cx="187200" cy="250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313589D-F12A-8551-0F71-6F3E2EC0283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79622" y="2587006"/>
                <a:ext cx="1958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3BAEF68-B504-A9F0-ADAD-C2A33D657D72}"/>
                  </a:ext>
                </a:extLst>
              </p14:cNvPr>
              <p14:cNvContentPartPr/>
              <p14:nvPr/>
            </p14:nvContentPartPr>
            <p14:xfrm>
              <a:off x="6637227" y="382378"/>
              <a:ext cx="1026360" cy="19756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3BAEF68-B504-A9F0-ADAD-C2A33D657D7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32907" y="378058"/>
                <a:ext cx="1035000" cy="19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E90AC23-79D2-1209-CCC8-1C9636ED637D}"/>
                  </a:ext>
                </a:extLst>
              </p14:cNvPr>
              <p14:cNvContentPartPr/>
              <p14:nvPr/>
            </p14:nvContentPartPr>
            <p14:xfrm>
              <a:off x="6033507" y="163858"/>
              <a:ext cx="212760" cy="927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E90AC23-79D2-1209-CCC8-1C9636ED637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029187" y="159540"/>
                <a:ext cx="221400" cy="9359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E3482CC-34BB-BACE-6CB1-52D6071A1104}"/>
                  </a:ext>
                </a:extLst>
              </p14:cNvPr>
              <p14:cNvContentPartPr/>
              <p14:nvPr/>
            </p14:nvContentPartPr>
            <p14:xfrm>
              <a:off x="6857187" y="504058"/>
              <a:ext cx="2799000" cy="526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E3482CC-34BB-BACE-6CB1-52D6071A110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52866" y="499738"/>
                <a:ext cx="2807641" cy="53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B0346F3C-688F-422F-7B83-F55922D2F178}"/>
              </a:ext>
            </a:extLst>
          </p:cNvPr>
          <p:cNvGrpSpPr/>
          <p:nvPr/>
        </p:nvGrpSpPr>
        <p:grpSpPr>
          <a:xfrm>
            <a:off x="7870622" y="253486"/>
            <a:ext cx="2728405" cy="1960560"/>
            <a:chOff x="7870622" y="253486"/>
            <a:chExt cx="2728405" cy="19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F655CCB-7998-229A-EF06-C5B9800AD88E}"/>
                    </a:ext>
                  </a:extLst>
                </p14:cNvPr>
                <p14:cNvContentPartPr/>
                <p14:nvPr/>
              </p14:nvContentPartPr>
              <p14:xfrm>
                <a:off x="8685302" y="1651366"/>
                <a:ext cx="906480" cy="56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F655CCB-7998-229A-EF06-C5B9800AD8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80982" y="1647046"/>
                  <a:ext cx="91512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3AD068-DA64-60D0-D6C9-90F10FE7AF98}"/>
                    </a:ext>
                  </a:extLst>
                </p14:cNvPr>
                <p14:cNvContentPartPr/>
                <p14:nvPr/>
              </p14:nvContentPartPr>
              <p14:xfrm>
                <a:off x="7870622" y="253486"/>
                <a:ext cx="844560" cy="1700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3AD068-DA64-60D0-D6C9-90F10FE7AF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66304" y="249167"/>
                  <a:ext cx="853196" cy="1709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CA3CF9B-2F1A-858F-DADA-B6EF8E350D4B}"/>
                    </a:ext>
                  </a:extLst>
                </p14:cNvPr>
                <p14:cNvContentPartPr/>
                <p14:nvPr/>
              </p14:nvContentPartPr>
              <p14:xfrm>
                <a:off x="9262707" y="543658"/>
                <a:ext cx="1336320" cy="795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CA3CF9B-2F1A-858F-DADA-B6EF8E350D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58387" y="539336"/>
                  <a:ext cx="1344960" cy="804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43E387A-8316-6565-5021-66426307A91E}"/>
                    </a:ext>
                  </a:extLst>
                </p14:cNvPr>
                <p14:cNvContentPartPr/>
                <p14:nvPr/>
              </p14:nvContentPartPr>
              <p14:xfrm>
                <a:off x="9262707" y="728698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43E387A-8316-6565-5021-66426307A9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58387" y="72437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79B4A10-9270-FA40-47BE-64577EADAC7C}"/>
                  </a:ext>
                </a:extLst>
              </p14:cNvPr>
              <p14:cNvContentPartPr/>
              <p14:nvPr/>
            </p14:nvContentPartPr>
            <p14:xfrm>
              <a:off x="10330107" y="1323058"/>
              <a:ext cx="427680" cy="30646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79B4A10-9270-FA40-47BE-64577EADAC7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25787" y="1318738"/>
                <a:ext cx="436320" cy="30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79144D1-3185-B7F4-AA4C-9356DFF1DE27}"/>
                  </a:ext>
                </a:extLst>
              </p14:cNvPr>
              <p14:cNvContentPartPr/>
              <p14:nvPr/>
            </p14:nvContentPartPr>
            <p14:xfrm>
              <a:off x="9023612" y="6509456"/>
              <a:ext cx="232560" cy="3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79144D1-3185-B7F4-AA4C-9356DFF1DE2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014612" y="6500456"/>
                <a:ext cx="2502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FC97E9DA-EDAA-6490-3894-07EDA8D69E03}"/>
              </a:ext>
            </a:extLst>
          </p:cNvPr>
          <p:cNvSpPr txBox="1"/>
          <p:nvPr/>
        </p:nvSpPr>
        <p:spPr>
          <a:xfrm>
            <a:off x="9305457" y="6321320"/>
            <a:ext cx="1731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2">
                    <a:lumMod val="90000"/>
                  </a:schemeClr>
                </a:solidFill>
              </a:rPr>
              <a:t>Fuel Pipelines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D30D7237-E6AB-8986-DF20-2A759FF0D4E6}"/>
              </a:ext>
            </a:extLst>
          </p:cNvPr>
          <p:cNvSpPr/>
          <p:nvPr/>
        </p:nvSpPr>
        <p:spPr>
          <a:xfrm>
            <a:off x="8969894" y="3969835"/>
            <a:ext cx="2122711" cy="1026230"/>
          </a:xfrm>
          <a:custGeom>
            <a:avLst/>
            <a:gdLst>
              <a:gd name="csX0" fmla="*/ 2122711 w 2122711"/>
              <a:gd name="csY0" fmla="*/ 1026230 h 1026230"/>
              <a:gd name="csX1" fmla="*/ 2047437 w 2122711"/>
              <a:gd name="csY1" fmla="*/ 904712 h 1026230"/>
              <a:gd name="csX2" fmla="*/ 2017327 w 2122711"/>
              <a:gd name="csY2" fmla="*/ 877708 h 1026230"/>
              <a:gd name="csX3" fmla="*/ 1987218 w 2122711"/>
              <a:gd name="csY3" fmla="*/ 837203 h 1026230"/>
              <a:gd name="csX4" fmla="*/ 1957109 w 2122711"/>
              <a:gd name="csY4" fmla="*/ 810198 h 1026230"/>
              <a:gd name="csX5" fmla="*/ 1896890 w 2122711"/>
              <a:gd name="csY5" fmla="*/ 729187 h 1026230"/>
              <a:gd name="csX6" fmla="*/ 1851726 w 2122711"/>
              <a:gd name="csY6" fmla="*/ 688681 h 1026230"/>
              <a:gd name="csX7" fmla="*/ 1746343 w 2122711"/>
              <a:gd name="csY7" fmla="*/ 580665 h 1026230"/>
              <a:gd name="csX8" fmla="*/ 1610851 w 2122711"/>
              <a:gd name="csY8" fmla="*/ 499653 h 1026230"/>
              <a:gd name="csX9" fmla="*/ 1520523 w 2122711"/>
              <a:gd name="csY9" fmla="*/ 445645 h 1026230"/>
              <a:gd name="csX10" fmla="*/ 1490413 w 2122711"/>
              <a:gd name="csY10" fmla="*/ 418642 h 1026230"/>
              <a:gd name="csX11" fmla="*/ 1445250 w 2122711"/>
              <a:gd name="csY11" fmla="*/ 405140 h 1026230"/>
              <a:gd name="csX12" fmla="*/ 1415139 w 2122711"/>
              <a:gd name="csY12" fmla="*/ 378137 h 1026230"/>
              <a:gd name="csX13" fmla="*/ 1294702 w 2122711"/>
              <a:gd name="csY13" fmla="*/ 337630 h 1026230"/>
              <a:gd name="csX14" fmla="*/ 1249539 w 2122711"/>
              <a:gd name="csY14" fmla="*/ 324128 h 1026230"/>
              <a:gd name="csX15" fmla="*/ 1174265 w 2122711"/>
              <a:gd name="csY15" fmla="*/ 283622 h 1026230"/>
              <a:gd name="csX16" fmla="*/ 1129101 w 2122711"/>
              <a:gd name="csY16" fmla="*/ 256619 h 1026230"/>
              <a:gd name="csX17" fmla="*/ 1038773 w 2122711"/>
              <a:gd name="csY17" fmla="*/ 229615 h 1026230"/>
              <a:gd name="csX18" fmla="*/ 918336 w 2122711"/>
              <a:gd name="csY18" fmla="*/ 189109 h 1026230"/>
              <a:gd name="csX19" fmla="*/ 858117 w 2122711"/>
              <a:gd name="csY19" fmla="*/ 175607 h 1026230"/>
              <a:gd name="csX20" fmla="*/ 797898 w 2122711"/>
              <a:gd name="csY20" fmla="*/ 148603 h 1026230"/>
              <a:gd name="csX21" fmla="*/ 707569 w 2122711"/>
              <a:gd name="csY21" fmla="*/ 121599 h 1026230"/>
              <a:gd name="csX22" fmla="*/ 647352 w 2122711"/>
              <a:gd name="csY22" fmla="*/ 94595 h 1026230"/>
              <a:gd name="csX23" fmla="*/ 526913 w 2122711"/>
              <a:gd name="csY23" fmla="*/ 67592 h 1026230"/>
              <a:gd name="csX24" fmla="*/ 406476 w 2122711"/>
              <a:gd name="csY24" fmla="*/ 40587 h 1026230"/>
              <a:gd name="csX25" fmla="*/ 346257 w 2122711"/>
              <a:gd name="csY25" fmla="*/ 27086 h 1026230"/>
              <a:gd name="csX26" fmla="*/ 195710 w 2122711"/>
              <a:gd name="csY26" fmla="*/ 13584 h 1026230"/>
              <a:gd name="csX27" fmla="*/ 0 w 2122711"/>
              <a:gd name="csY27" fmla="*/ 82 h 10262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122711" h="1026230" extrusionOk="0">
                <a:moveTo>
                  <a:pt x="2122711" y="1026230"/>
                </a:moveTo>
                <a:cubicBezTo>
                  <a:pt x="2101716" y="974023"/>
                  <a:pt x="2097472" y="951782"/>
                  <a:pt x="2047437" y="904712"/>
                </a:cubicBezTo>
                <a:cubicBezTo>
                  <a:pt x="2038011" y="895839"/>
                  <a:pt x="2025872" y="887658"/>
                  <a:pt x="2017327" y="877708"/>
                </a:cubicBezTo>
                <a:cubicBezTo>
                  <a:pt x="2005311" y="865732"/>
                  <a:pt x="1998179" y="851758"/>
                  <a:pt x="1987218" y="837203"/>
                </a:cubicBezTo>
                <a:cubicBezTo>
                  <a:pt x="1977808" y="826966"/>
                  <a:pt x="1966543" y="820820"/>
                  <a:pt x="1957109" y="810198"/>
                </a:cubicBezTo>
                <a:cubicBezTo>
                  <a:pt x="1936776" y="784398"/>
                  <a:pt x="1925102" y="746733"/>
                  <a:pt x="1896890" y="729187"/>
                </a:cubicBezTo>
                <a:cubicBezTo>
                  <a:pt x="1881093" y="715571"/>
                  <a:pt x="1865145" y="703549"/>
                  <a:pt x="1851726" y="688681"/>
                </a:cubicBezTo>
                <a:cubicBezTo>
                  <a:pt x="1801881" y="634090"/>
                  <a:pt x="1833571" y="634254"/>
                  <a:pt x="1746343" y="580665"/>
                </a:cubicBezTo>
                <a:cubicBezTo>
                  <a:pt x="1722636" y="564003"/>
                  <a:pt x="1678959" y="536268"/>
                  <a:pt x="1610851" y="499653"/>
                </a:cubicBezTo>
                <a:cubicBezTo>
                  <a:pt x="1610841" y="499648"/>
                  <a:pt x="1520533" y="445655"/>
                  <a:pt x="1520523" y="445645"/>
                </a:cubicBezTo>
                <a:cubicBezTo>
                  <a:pt x="1511694" y="438443"/>
                  <a:pt x="1502705" y="426441"/>
                  <a:pt x="1490413" y="418642"/>
                </a:cubicBezTo>
                <a:cubicBezTo>
                  <a:pt x="1477292" y="412068"/>
                  <a:pt x="1460838" y="410295"/>
                  <a:pt x="1445250" y="405140"/>
                </a:cubicBezTo>
                <a:cubicBezTo>
                  <a:pt x="1437081" y="394503"/>
                  <a:pt x="1427221" y="383921"/>
                  <a:pt x="1415139" y="378137"/>
                </a:cubicBezTo>
                <a:cubicBezTo>
                  <a:pt x="1361580" y="346827"/>
                  <a:pt x="1351758" y="351873"/>
                  <a:pt x="1294702" y="337630"/>
                </a:cubicBezTo>
                <a:cubicBezTo>
                  <a:pt x="1276361" y="333502"/>
                  <a:pt x="1263434" y="326265"/>
                  <a:pt x="1249539" y="324128"/>
                </a:cubicBezTo>
                <a:cubicBezTo>
                  <a:pt x="1190951" y="268372"/>
                  <a:pt x="1244457" y="323336"/>
                  <a:pt x="1174265" y="283622"/>
                </a:cubicBezTo>
                <a:cubicBezTo>
                  <a:pt x="1156749" y="278749"/>
                  <a:pt x="1146005" y="263486"/>
                  <a:pt x="1129101" y="256619"/>
                </a:cubicBezTo>
                <a:cubicBezTo>
                  <a:pt x="1100040" y="246435"/>
                  <a:pt x="1072040" y="237934"/>
                  <a:pt x="1038773" y="229615"/>
                </a:cubicBezTo>
                <a:cubicBezTo>
                  <a:pt x="997160" y="218272"/>
                  <a:pt x="957214" y="199821"/>
                  <a:pt x="918336" y="189109"/>
                </a:cubicBezTo>
                <a:cubicBezTo>
                  <a:pt x="899151" y="185417"/>
                  <a:pt x="875748" y="183042"/>
                  <a:pt x="858117" y="175607"/>
                </a:cubicBezTo>
                <a:cubicBezTo>
                  <a:pt x="837277" y="167549"/>
                  <a:pt x="816894" y="155975"/>
                  <a:pt x="797898" y="148603"/>
                </a:cubicBezTo>
                <a:cubicBezTo>
                  <a:pt x="772361" y="141417"/>
                  <a:pt x="734246" y="139494"/>
                  <a:pt x="707569" y="121599"/>
                </a:cubicBezTo>
                <a:cubicBezTo>
                  <a:pt x="686097" y="115407"/>
                  <a:pt x="666523" y="98148"/>
                  <a:pt x="647352" y="94595"/>
                </a:cubicBezTo>
                <a:cubicBezTo>
                  <a:pt x="608826" y="83089"/>
                  <a:pt x="566835" y="71940"/>
                  <a:pt x="526913" y="67592"/>
                </a:cubicBezTo>
                <a:cubicBezTo>
                  <a:pt x="485186" y="49900"/>
                  <a:pt x="429871" y="48036"/>
                  <a:pt x="406476" y="40587"/>
                </a:cubicBezTo>
                <a:cubicBezTo>
                  <a:pt x="386314" y="36366"/>
                  <a:pt x="365947" y="26106"/>
                  <a:pt x="346257" y="27086"/>
                </a:cubicBezTo>
                <a:cubicBezTo>
                  <a:pt x="318657" y="20570"/>
                  <a:pt x="266823" y="23875"/>
                  <a:pt x="195710" y="13584"/>
                </a:cubicBezTo>
                <a:cubicBezTo>
                  <a:pt x="23046" y="-5198"/>
                  <a:pt x="111753" y="-2158"/>
                  <a:pt x="0" y="82"/>
                </a:cubicBezTo>
              </a:path>
            </a:pathLst>
          </a:custGeom>
          <a:noFill/>
          <a:ln w="57150">
            <a:solidFill>
              <a:schemeClr val="accent6">
                <a:lumMod val="20000"/>
                <a:lumOff val="8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1868557 w 1868557"/>
                      <a:gd name="csY0" fmla="*/ 1007246 h 1007246"/>
                      <a:gd name="csX1" fmla="*/ 1802296 w 1868557"/>
                      <a:gd name="csY1" fmla="*/ 887976 h 1007246"/>
                      <a:gd name="csX2" fmla="*/ 1775791 w 1868557"/>
                      <a:gd name="csY2" fmla="*/ 861472 h 1007246"/>
                      <a:gd name="csX3" fmla="*/ 1749287 w 1868557"/>
                      <a:gd name="csY3" fmla="*/ 821716 h 1007246"/>
                      <a:gd name="csX4" fmla="*/ 1722783 w 1868557"/>
                      <a:gd name="csY4" fmla="*/ 795211 h 1007246"/>
                      <a:gd name="csX5" fmla="*/ 1669774 w 1868557"/>
                      <a:gd name="csY5" fmla="*/ 715698 h 1007246"/>
                      <a:gd name="csX6" fmla="*/ 1630018 w 1868557"/>
                      <a:gd name="csY6" fmla="*/ 675942 h 1007246"/>
                      <a:gd name="csX7" fmla="*/ 1537252 w 1868557"/>
                      <a:gd name="csY7" fmla="*/ 569924 h 1007246"/>
                      <a:gd name="csX8" fmla="*/ 1417983 w 1868557"/>
                      <a:gd name="csY8" fmla="*/ 490411 h 1007246"/>
                      <a:gd name="csX9" fmla="*/ 1338470 w 1868557"/>
                      <a:gd name="csY9" fmla="*/ 437402 h 1007246"/>
                      <a:gd name="csX10" fmla="*/ 1311965 w 1868557"/>
                      <a:gd name="csY10" fmla="*/ 410898 h 1007246"/>
                      <a:gd name="csX11" fmla="*/ 1272209 w 1868557"/>
                      <a:gd name="csY11" fmla="*/ 397646 h 1007246"/>
                      <a:gd name="csX12" fmla="*/ 1245704 w 1868557"/>
                      <a:gd name="csY12" fmla="*/ 371142 h 1007246"/>
                      <a:gd name="csX13" fmla="*/ 1139687 w 1868557"/>
                      <a:gd name="csY13" fmla="*/ 331385 h 1007246"/>
                      <a:gd name="csX14" fmla="*/ 1099931 w 1868557"/>
                      <a:gd name="csY14" fmla="*/ 318133 h 1007246"/>
                      <a:gd name="csX15" fmla="*/ 1033670 w 1868557"/>
                      <a:gd name="csY15" fmla="*/ 278376 h 1007246"/>
                      <a:gd name="csX16" fmla="*/ 993913 w 1868557"/>
                      <a:gd name="csY16" fmla="*/ 251872 h 1007246"/>
                      <a:gd name="csX17" fmla="*/ 914400 w 1868557"/>
                      <a:gd name="csY17" fmla="*/ 225368 h 1007246"/>
                      <a:gd name="csX18" fmla="*/ 808383 w 1868557"/>
                      <a:gd name="csY18" fmla="*/ 185611 h 1007246"/>
                      <a:gd name="csX19" fmla="*/ 755374 w 1868557"/>
                      <a:gd name="csY19" fmla="*/ 172359 h 1007246"/>
                      <a:gd name="csX20" fmla="*/ 702365 w 1868557"/>
                      <a:gd name="csY20" fmla="*/ 145855 h 1007246"/>
                      <a:gd name="csX21" fmla="*/ 622852 w 1868557"/>
                      <a:gd name="csY21" fmla="*/ 119350 h 1007246"/>
                      <a:gd name="csX22" fmla="*/ 569844 w 1868557"/>
                      <a:gd name="csY22" fmla="*/ 92846 h 1007246"/>
                      <a:gd name="csX23" fmla="*/ 463826 w 1868557"/>
                      <a:gd name="csY23" fmla="*/ 66342 h 1007246"/>
                      <a:gd name="csX24" fmla="*/ 357809 w 1868557"/>
                      <a:gd name="csY24" fmla="*/ 39837 h 1007246"/>
                      <a:gd name="csX25" fmla="*/ 304800 w 1868557"/>
                      <a:gd name="csY25" fmla="*/ 26585 h 1007246"/>
                      <a:gd name="csX26" fmla="*/ 172278 w 1868557"/>
                      <a:gd name="csY26" fmla="*/ 13333 h 1007246"/>
                      <a:gd name="csX27" fmla="*/ 0 w 1868557"/>
                      <a:gd name="csY27" fmla="*/ 81 h 100724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1868557" h="1007246">
                        <a:moveTo>
                          <a:pt x="1868557" y="1007246"/>
                        </a:moveTo>
                        <a:cubicBezTo>
                          <a:pt x="1851893" y="957255"/>
                          <a:pt x="1847861" y="933539"/>
                          <a:pt x="1802296" y="887976"/>
                        </a:cubicBezTo>
                        <a:cubicBezTo>
                          <a:pt x="1793461" y="879141"/>
                          <a:pt x="1783596" y="871228"/>
                          <a:pt x="1775791" y="861472"/>
                        </a:cubicBezTo>
                        <a:cubicBezTo>
                          <a:pt x="1765841" y="849035"/>
                          <a:pt x="1759236" y="834153"/>
                          <a:pt x="1749287" y="821716"/>
                        </a:cubicBezTo>
                        <a:cubicBezTo>
                          <a:pt x="1741482" y="811960"/>
                          <a:pt x="1730280" y="805206"/>
                          <a:pt x="1722783" y="795211"/>
                        </a:cubicBezTo>
                        <a:cubicBezTo>
                          <a:pt x="1703670" y="769727"/>
                          <a:pt x="1692298" y="738222"/>
                          <a:pt x="1669774" y="715698"/>
                        </a:cubicBezTo>
                        <a:cubicBezTo>
                          <a:pt x="1656522" y="702446"/>
                          <a:pt x="1642016" y="690339"/>
                          <a:pt x="1630018" y="675942"/>
                        </a:cubicBezTo>
                        <a:cubicBezTo>
                          <a:pt x="1586239" y="623408"/>
                          <a:pt x="1614672" y="621537"/>
                          <a:pt x="1537252" y="569924"/>
                        </a:cubicBezTo>
                        <a:lnTo>
                          <a:pt x="1417983" y="490411"/>
                        </a:lnTo>
                        <a:cubicBezTo>
                          <a:pt x="1417975" y="490406"/>
                          <a:pt x="1338477" y="437409"/>
                          <a:pt x="1338470" y="437402"/>
                        </a:cubicBezTo>
                        <a:cubicBezTo>
                          <a:pt x="1329635" y="428567"/>
                          <a:pt x="1322679" y="417326"/>
                          <a:pt x="1311965" y="410898"/>
                        </a:cubicBezTo>
                        <a:cubicBezTo>
                          <a:pt x="1299987" y="403711"/>
                          <a:pt x="1285461" y="402063"/>
                          <a:pt x="1272209" y="397646"/>
                        </a:cubicBezTo>
                        <a:cubicBezTo>
                          <a:pt x="1263374" y="388811"/>
                          <a:pt x="1256100" y="378073"/>
                          <a:pt x="1245704" y="371142"/>
                        </a:cubicBezTo>
                        <a:cubicBezTo>
                          <a:pt x="1199381" y="340260"/>
                          <a:pt x="1190679" y="345954"/>
                          <a:pt x="1139687" y="331385"/>
                        </a:cubicBezTo>
                        <a:cubicBezTo>
                          <a:pt x="1126256" y="327548"/>
                          <a:pt x="1113183" y="322550"/>
                          <a:pt x="1099931" y="318133"/>
                        </a:cubicBezTo>
                        <a:cubicBezTo>
                          <a:pt x="1048162" y="266366"/>
                          <a:pt x="1102482" y="312782"/>
                          <a:pt x="1033670" y="278376"/>
                        </a:cubicBezTo>
                        <a:cubicBezTo>
                          <a:pt x="1019424" y="271253"/>
                          <a:pt x="1008467" y="258341"/>
                          <a:pt x="993913" y="251872"/>
                        </a:cubicBezTo>
                        <a:cubicBezTo>
                          <a:pt x="968383" y="240525"/>
                          <a:pt x="940340" y="235744"/>
                          <a:pt x="914400" y="225368"/>
                        </a:cubicBezTo>
                        <a:cubicBezTo>
                          <a:pt x="879391" y="211364"/>
                          <a:pt x="844740" y="195998"/>
                          <a:pt x="808383" y="185611"/>
                        </a:cubicBezTo>
                        <a:cubicBezTo>
                          <a:pt x="790870" y="180607"/>
                          <a:pt x="772428" y="178754"/>
                          <a:pt x="755374" y="172359"/>
                        </a:cubicBezTo>
                        <a:cubicBezTo>
                          <a:pt x="736877" y="165423"/>
                          <a:pt x="720707" y="153192"/>
                          <a:pt x="702365" y="145855"/>
                        </a:cubicBezTo>
                        <a:cubicBezTo>
                          <a:pt x="676425" y="135479"/>
                          <a:pt x="647841" y="131844"/>
                          <a:pt x="622852" y="119350"/>
                        </a:cubicBezTo>
                        <a:cubicBezTo>
                          <a:pt x="605183" y="110515"/>
                          <a:pt x="588585" y="99093"/>
                          <a:pt x="569844" y="92846"/>
                        </a:cubicBezTo>
                        <a:cubicBezTo>
                          <a:pt x="535286" y="81327"/>
                          <a:pt x="499165" y="75177"/>
                          <a:pt x="463826" y="66342"/>
                        </a:cubicBezTo>
                        <a:lnTo>
                          <a:pt x="357809" y="39837"/>
                        </a:lnTo>
                        <a:cubicBezTo>
                          <a:pt x="340139" y="35420"/>
                          <a:pt x="322923" y="28397"/>
                          <a:pt x="304800" y="26585"/>
                        </a:cubicBezTo>
                        <a:lnTo>
                          <a:pt x="172278" y="13333"/>
                        </a:lnTo>
                        <a:cubicBezTo>
                          <a:pt x="27845" y="-1870"/>
                          <a:pt x="96368" y="81"/>
                          <a:pt x="0" y="81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AA0A2A6-CC46-469B-A9FE-5FF6F1199808}"/>
              </a:ext>
            </a:extLst>
          </p:cNvPr>
          <p:cNvSpPr/>
          <p:nvPr/>
        </p:nvSpPr>
        <p:spPr>
          <a:xfrm>
            <a:off x="6450227" y="3541521"/>
            <a:ext cx="387178" cy="330263"/>
          </a:xfrm>
          <a:custGeom>
            <a:avLst/>
            <a:gdLst>
              <a:gd name="csX0" fmla="*/ 0 w 387178"/>
              <a:gd name="csY0" fmla="*/ 330263 h 330263"/>
              <a:gd name="csX1" fmla="*/ 32951 w 387178"/>
              <a:gd name="csY1" fmla="*/ 247884 h 330263"/>
              <a:gd name="csX2" fmla="*/ 57665 w 387178"/>
              <a:gd name="csY2" fmla="*/ 223171 h 330263"/>
              <a:gd name="csX3" fmla="*/ 115330 w 387178"/>
              <a:gd name="csY3" fmla="*/ 157268 h 330263"/>
              <a:gd name="csX4" fmla="*/ 156519 w 387178"/>
              <a:gd name="csY4" fmla="*/ 116079 h 330263"/>
              <a:gd name="csX5" fmla="*/ 230659 w 387178"/>
              <a:gd name="csY5" fmla="*/ 58414 h 330263"/>
              <a:gd name="csX6" fmla="*/ 280087 w 387178"/>
              <a:gd name="csY6" fmla="*/ 41938 h 330263"/>
              <a:gd name="csX7" fmla="*/ 329514 w 387178"/>
              <a:gd name="csY7" fmla="*/ 17225 h 330263"/>
              <a:gd name="csX8" fmla="*/ 387178 w 387178"/>
              <a:gd name="csY8" fmla="*/ 749 h 3302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7178" h="330263" extrusionOk="0">
                <a:moveTo>
                  <a:pt x="0" y="330263"/>
                </a:moveTo>
                <a:cubicBezTo>
                  <a:pt x="10799" y="287793"/>
                  <a:pt x="8824" y="276705"/>
                  <a:pt x="32951" y="247884"/>
                </a:cubicBezTo>
                <a:cubicBezTo>
                  <a:pt x="41002" y="239059"/>
                  <a:pt x="48427" y="232433"/>
                  <a:pt x="57665" y="223171"/>
                </a:cubicBezTo>
                <a:cubicBezTo>
                  <a:pt x="102117" y="163762"/>
                  <a:pt x="67086" y="191373"/>
                  <a:pt x="115330" y="157268"/>
                </a:cubicBezTo>
                <a:cubicBezTo>
                  <a:pt x="143135" y="110646"/>
                  <a:pt x="123594" y="154354"/>
                  <a:pt x="156519" y="116079"/>
                </a:cubicBezTo>
                <a:cubicBezTo>
                  <a:pt x="189010" y="92866"/>
                  <a:pt x="190269" y="69713"/>
                  <a:pt x="230659" y="58414"/>
                </a:cubicBezTo>
                <a:cubicBezTo>
                  <a:pt x="243767" y="52406"/>
                  <a:pt x="264382" y="52752"/>
                  <a:pt x="280087" y="41938"/>
                </a:cubicBezTo>
                <a:cubicBezTo>
                  <a:pt x="311790" y="18405"/>
                  <a:pt x="294165" y="30321"/>
                  <a:pt x="329514" y="17225"/>
                </a:cubicBezTo>
                <a:cubicBezTo>
                  <a:pt x="365945" y="-3900"/>
                  <a:pt x="345717" y="1084"/>
                  <a:pt x="387178" y="749"/>
                </a:cubicBezTo>
              </a:path>
            </a:pathLst>
          </a:custGeom>
          <a:noFill/>
          <a:ln w="57150">
            <a:solidFill>
              <a:schemeClr val="accent6">
                <a:lumMod val="20000"/>
                <a:lumOff val="8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87178"/>
                      <a:gd name="csY0" fmla="*/ 330263 h 330263"/>
                      <a:gd name="csX1" fmla="*/ 32951 w 387178"/>
                      <a:gd name="csY1" fmla="*/ 247884 h 330263"/>
                      <a:gd name="csX2" fmla="*/ 57665 w 387178"/>
                      <a:gd name="csY2" fmla="*/ 223171 h 330263"/>
                      <a:gd name="csX3" fmla="*/ 115330 w 387178"/>
                      <a:gd name="csY3" fmla="*/ 157268 h 330263"/>
                      <a:gd name="csX4" fmla="*/ 156519 w 387178"/>
                      <a:gd name="csY4" fmla="*/ 116079 h 330263"/>
                      <a:gd name="csX5" fmla="*/ 230659 w 387178"/>
                      <a:gd name="csY5" fmla="*/ 58414 h 330263"/>
                      <a:gd name="csX6" fmla="*/ 280087 w 387178"/>
                      <a:gd name="csY6" fmla="*/ 41938 h 330263"/>
                      <a:gd name="csX7" fmla="*/ 329514 w 387178"/>
                      <a:gd name="csY7" fmla="*/ 17225 h 330263"/>
                      <a:gd name="csX8" fmla="*/ 387178 w 387178"/>
                      <a:gd name="csY8" fmla="*/ 749 h 33026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387178" h="330263">
                        <a:moveTo>
                          <a:pt x="0" y="330263"/>
                        </a:moveTo>
                        <a:cubicBezTo>
                          <a:pt x="11934" y="288493"/>
                          <a:pt x="8984" y="276645"/>
                          <a:pt x="32951" y="247884"/>
                        </a:cubicBezTo>
                        <a:cubicBezTo>
                          <a:pt x="40409" y="238934"/>
                          <a:pt x="50513" y="232367"/>
                          <a:pt x="57665" y="223171"/>
                        </a:cubicBezTo>
                        <a:cubicBezTo>
                          <a:pt x="109417" y="156633"/>
                          <a:pt x="67486" y="189164"/>
                          <a:pt x="115330" y="157268"/>
                        </a:cubicBezTo>
                        <a:cubicBezTo>
                          <a:pt x="145535" y="111959"/>
                          <a:pt x="115329" y="150405"/>
                          <a:pt x="156519" y="116079"/>
                        </a:cubicBezTo>
                        <a:cubicBezTo>
                          <a:pt x="184952" y="92385"/>
                          <a:pt x="189014" y="72296"/>
                          <a:pt x="230659" y="58414"/>
                        </a:cubicBezTo>
                        <a:cubicBezTo>
                          <a:pt x="247135" y="52922"/>
                          <a:pt x="265637" y="51571"/>
                          <a:pt x="280087" y="41938"/>
                        </a:cubicBezTo>
                        <a:cubicBezTo>
                          <a:pt x="312025" y="20646"/>
                          <a:pt x="295408" y="28594"/>
                          <a:pt x="329514" y="17225"/>
                        </a:cubicBezTo>
                        <a:cubicBezTo>
                          <a:pt x="363366" y="-5344"/>
                          <a:pt x="344326" y="749"/>
                          <a:pt x="387178" y="749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D856C24-FD18-4010-83A3-0A9BE9DD4D4F}"/>
              </a:ext>
            </a:extLst>
          </p:cNvPr>
          <p:cNvSpPr/>
          <p:nvPr/>
        </p:nvSpPr>
        <p:spPr>
          <a:xfrm>
            <a:off x="7109254" y="2710249"/>
            <a:ext cx="568707" cy="667265"/>
          </a:xfrm>
          <a:custGeom>
            <a:avLst/>
            <a:gdLst>
              <a:gd name="csX0" fmla="*/ 0 w 568707"/>
              <a:gd name="csY0" fmla="*/ 667265 h 667265"/>
              <a:gd name="csX1" fmla="*/ 57665 w 568707"/>
              <a:gd name="csY1" fmla="*/ 659027 h 667265"/>
              <a:gd name="csX2" fmla="*/ 82378 w 568707"/>
              <a:gd name="csY2" fmla="*/ 634313 h 667265"/>
              <a:gd name="csX3" fmla="*/ 107092 w 568707"/>
              <a:gd name="csY3" fmla="*/ 626075 h 667265"/>
              <a:gd name="csX4" fmla="*/ 181232 w 568707"/>
              <a:gd name="csY4" fmla="*/ 584886 h 667265"/>
              <a:gd name="csX5" fmla="*/ 280087 w 568707"/>
              <a:gd name="csY5" fmla="*/ 486032 h 667265"/>
              <a:gd name="csX6" fmla="*/ 304800 w 568707"/>
              <a:gd name="csY6" fmla="*/ 461319 h 667265"/>
              <a:gd name="csX7" fmla="*/ 329514 w 568707"/>
              <a:gd name="csY7" fmla="*/ 436605 h 667265"/>
              <a:gd name="csX8" fmla="*/ 395416 w 568707"/>
              <a:gd name="csY8" fmla="*/ 337751 h 667265"/>
              <a:gd name="csX9" fmla="*/ 411892 w 568707"/>
              <a:gd name="csY9" fmla="*/ 313037 h 667265"/>
              <a:gd name="csX10" fmla="*/ 436605 w 568707"/>
              <a:gd name="csY10" fmla="*/ 255373 h 667265"/>
              <a:gd name="csX11" fmla="*/ 469557 w 568707"/>
              <a:gd name="csY11" fmla="*/ 205946 h 667265"/>
              <a:gd name="csX12" fmla="*/ 477795 w 568707"/>
              <a:gd name="csY12" fmla="*/ 181232 h 667265"/>
              <a:gd name="csX13" fmla="*/ 510746 w 568707"/>
              <a:gd name="csY13" fmla="*/ 131805 h 667265"/>
              <a:gd name="csX14" fmla="*/ 527222 w 568707"/>
              <a:gd name="csY14" fmla="*/ 82378 h 667265"/>
              <a:gd name="csX15" fmla="*/ 568411 w 568707"/>
              <a:gd name="csY15" fmla="*/ 8237 h 667265"/>
              <a:gd name="csX16" fmla="*/ 568411 w 568707"/>
              <a:gd name="csY16" fmla="*/ 0 h 6672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8707" h="667265" extrusionOk="0">
                <a:moveTo>
                  <a:pt x="0" y="667265"/>
                </a:moveTo>
                <a:cubicBezTo>
                  <a:pt x="17509" y="667525"/>
                  <a:pt x="36215" y="664825"/>
                  <a:pt x="57665" y="659027"/>
                </a:cubicBezTo>
                <a:cubicBezTo>
                  <a:pt x="70693" y="654374"/>
                  <a:pt x="71616" y="642722"/>
                  <a:pt x="82378" y="634313"/>
                </a:cubicBezTo>
                <a:cubicBezTo>
                  <a:pt x="88435" y="629886"/>
                  <a:pt x="99065" y="630807"/>
                  <a:pt x="107092" y="626075"/>
                </a:cubicBezTo>
                <a:cubicBezTo>
                  <a:pt x="197805" y="575154"/>
                  <a:pt x="123218" y="604007"/>
                  <a:pt x="181232" y="584886"/>
                </a:cubicBezTo>
                <a:cubicBezTo>
                  <a:pt x="188205" y="560381"/>
                  <a:pt x="257163" y="509400"/>
                  <a:pt x="280087" y="486032"/>
                </a:cubicBezTo>
                <a:cubicBezTo>
                  <a:pt x="288717" y="479127"/>
                  <a:pt x="296857" y="470164"/>
                  <a:pt x="304800" y="461319"/>
                </a:cubicBezTo>
                <a:cubicBezTo>
                  <a:pt x="314302" y="453264"/>
                  <a:pt x="321509" y="445595"/>
                  <a:pt x="329514" y="436605"/>
                </a:cubicBezTo>
                <a:cubicBezTo>
                  <a:pt x="361878" y="396296"/>
                  <a:pt x="382010" y="363465"/>
                  <a:pt x="395416" y="337751"/>
                </a:cubicBezTo>
                <a:cubicBezTo>
                  <a:pt x="400612" y="330866"/>
                  <a:pt x="409686" y="324155"/>
                  <a:pt x="411892" y="313037"/>
                </a:cubicBezTo>
                <a:cubicBezTo>
                  <a:pt x="419212" y="287792"/>
                  <a:pt x="421165" y="280258"/>
                  <a:pt x="436605" y="255373"/>
                </a:cubicBezTo>
                <a:cubicBezTo>
                  <a:pt x="446793" y="238394"/>
                  <a:pt x="469558" y="205946"/>
                  <a:pt x="469557" y="205946"/>
                </a:cubicBezTo>
                <a:cubicBezTo>
                  <a:pt x="472051" y="198282"/>
                  <a:pt x="473900" y="190389"/>
                  <a:pt x="477795" y="181232"/>
                </a:cubicBezTo>
                <a:cubicBezTo>
                  <a:pt x="489649" y="165440"/>
                  <a:pt x="503240" y="154204"/>
                  <a:pt x="510746" y="131805"/>
                </a:cubicBezTo>
                <a:cubicBezTo>
                  <a:pt x="516671" y="115791"/>
                  <a:pt x="516197" y="94767"/>
                  <a:pt x="527222" y="82378"/>
                </a:cubicBezTo>
                <a:cubicBezTo>
                  <a:pt x="550544" y="46236"/>
                  <a:pt x="560084" y="42983"/>
                  <a:pt x="568411" y="8237"/>
                </a:cubicBezTo>
                <a:cubicBezTo>
                  <a:pt x="569114" y="5407"/>
                  <a:pt x="568424" y="2921"/>
                  <a:pt x="568411" y="0"/>
                </a:cubicBezTo>
              </a:path>
            </a:pathLst>
          </a:custGeom>
          <a:noFill/>
          <a:ln w="57150">
            <a:solidFill>
              <a:schemeClr val="accent6">
                <a:lumMod val="20000"/>
                <a:lumOff val="8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sX0" fmla="*/ 0 w 568707"/>
                      <a:gd name="csY0" fmla="*/ 667265 h 667265"/>
                      <a:gd name="csX1" fmla="*/ 57665 w 568707"/>
                      <a:gd name="csY1" fmla="*/ 659027 h 667265"/>
                      <a:gd name="csX2" fmla="*/ 82378 w 568707"/>
                      <a:gd name="csY2" fmla="*/ 634313 h 667265"/>
                      <a:gd name="csX3" fmla="*/ 107092 w 568707"/>
                      <a:gd name="csY3" fmla="*/ 626075 h 667265"/>
                      <a:gd name="csX4" fmla="*/ 181232 w 568707"/>
                      <a:gd name="csY4" fmla="*/ 584886 h 667265"/>
                      <a:gd name="csX5" fmla="*/ 280087 w 568707"/>
                      <a:gd name="csY5" fmla="*/ 486032 h 667265"/>
                      <a:gd name="csX6" fmla="*/ 304800 w 568707"/>
                      <a:gd name="csY6" fmla="*/ 461319 h 667265"/>
                      <a:gd name="csX7" fmla="*/ 329514 w 568707"/>
                      <a:gd name="csY7" fmla="*/ 436605 h 667265"/>
                      <a:gd name="csX8" fmla="*/ 395416 w 568707"/>
                      <a:gd name="csY8" fmla="*/ 337751 h 667265"/>
                      <a:gd name="csX9" fmla="*/ 411892 w 568707"/>
                      <a:gd name="csY9" fmla="*/ 313037 h 667265"/>
                      <a:gd name="csX10" fmla="*/ 436605 w 568707"/>
                      <a:gd name="csY10" fmla="*/ 255373 h 667265"/>
                      <a:gd name="csX11" fmla="*/ 469557 w 568707"/>
                      <a:gd name="csY11" fmla="*/ 205946 h 667265"/>
                      <a:gd name="csX12" fmla="*/ 477795 w 568707"/>
                      <a:gd name="csY12" fmla="*/ 181232 h 667265"/>
                      <a:gd name="csX13" fmla="*/ 510746 w 568707"/>
                      <a:gd name="csY13" fmla="*/ 131805 h 667265"/>
                      <a:gd name="csX14" fmla="*/ 527222 w 568707"/>
                      <a:gd name="csY14" fmla="*/ 82378 h 667265"/>
                      <a:gd name="csX15" fmla="*/ 568411 w 568707"/>
                      <a:gd name="csY15" fmla="*/ 8237 h 667265"/>
                      <a:gd name="csX16" fmla="*/ 568411 w 568707"/>
                      <a:gd name="csY16" fmla="*/ 0 h 6672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568707" h="667265">
                        <a:moveTo>
                          <a:pt x="0" y="667265"/>
                        </a:moveTo>
                        <a:cubicBezTo>
                          <a:pt x="19222" y="664519"/>
                          <a:pt x="39637" y="666238"/>
                          <a:pt x="57665" y="659027"/>
                        </a:cubicBezTo>
                        <a:cubicBezTo>
                          <a:pt x="68482" y="654700"/>
                          <a:pt x="72685" y="640775"/>
                          <a:pt x="82378" y="634313"/>
                        </a:cubicBezTo>
                        <a:cubicBezTo>
                          <a:pt x="89603" y="629496"/>
                          <a:pt x="99501" y="630292"/>
                          <a:pt x="107092" y="626075"/>
                        </a:cubicBezTo>
                        <a:cubicBezTo>
                          <a:pt x="192072" y="578864"/>
                          <a:pt x="125311" y="603527"/>
                          <a:pt x="181232" y="584886"/>
                        </a:cubicBezTo>
                        <a:lnTo>
                          <a:pt x="280087" y="486032"/>
                        </a:lnTo>
                        <a:lnTo>
                          <a:pt x="304800" y="461319"/>
                        </a:lnTo>
                        <a:cubicBezTo>
                          <a:pt x="313038" y="453081"/>
                          <a:pt x="323052" y="446299"/>
                          <a:pt x="329514" y="436605"/>
                        </a:cubicBezTo>
                        <a:lnTo>
                          <a:pt x="395416" y="337751"/>
                        </a:lnTo>
                        <a:cubicBezTo>
                          <a:pt x="400908" y="329513"/>
                          <a:pt x="408761" y="322430"/>
                          <a:pt x="411892" y="313037"/>
                        </a:cubicBezTo>
                        <a:cubicBezTo>
                          <a:pt x="420414" y="287473"/>
                          <a:pt x="421338" y="280818"/>
                          <a:pt x="436605" y="255373"/>
                        </a:cubicBezTo>
                        <a:cubicBezTo>
                          <a:pt x="446793" y="238393"/>
                          <a:pt x="469557" y="205946"/>
                          <a:pt x="469557" y="205946"/>
                        </a:cubicBezTo>
                        <a:cubicBezTo>
                          <a:pt x="472303" y="197708"/>
                          <a:pt x="473578" y="188823"/>
                          <a:pt x="477795" y="181232"/>
                        </a:cubicBezTo>
                        <a:cubicBezTo>
                          <a:pt x="487411" y="163923"/>
                          <a:pt x="504484" y="150590"/>
                          <a:pt x="510746" y="131805"/>
                        </a:cubicBezTo>
                        <a:cubicBezTo>
                          <a:pt x="516238" y="115329"/>
                          <a:pt x="517589" y="96828"/>
                          <a:pt x="527222" y="82378"/>
                        </a:cubicBezTo>
                        <a:cubicBezTo>
                          <a:pt x="551765" y="45563"/>
                          <a:pt x="559711" y="43037"/>
                          <a:pt x="568411" y="8237"/>
                        </a:cubicBezTo>
                        <a:cubicBezTo>
                          <a:pt x="569077" y="5573"/>
                          <a:pt x="568411" y="2746"/>
                          <a:pt x="5684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6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repeatCount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E29CD-804C-1763-38C9-00959EAF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FB1C52-5F31-464B-0C67-9E96A1507B58}"/>
              </a:ext>
            </a:extLst>
          </p:cNvPr>
          <p:cNvSpPr/>
          <p:nvPr/>
        </p:nvSpPr>
        <p:spPr>
          <a:xfrm>
            <a:off x="562552" y="2433984"/>
            <a:ext cx="6908540" cy="1158413"/>
          </a:xfrm>
          <a:prstGeom prst="rect">
            <a:avLst/>
          </a:prstGeom>
          <a:solidFill>
            <a:schemeClr val="bg1">
              <a:lumMod val="65000"/>
              <a:alpha val="270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9A9CC5-2089-DC60-894C-1AAF0834A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A31728-BEBE-57B5-1E8E-694C96AFE797}"/>
              </a:ext>
            </a:extLst>
          </p:cNvPr>
          <p:cNvSpPr txBox="1">
            <a:spLocks/>
          </p:cNvSpPr>
          <p:nvPr/>
        </p:nvSpPr>
        <p:spPr>
          <a:xfrm>
            <a:off x="441122" y="5212"/>
            <a:ext cx="10386245" cy="120720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/>
              <a:t>Opportunity Model</a:t>
            </a:r>
            <a:endParaRPr lang="en-US" sz="70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464DBF-91AA-82E8-6B9B-C316A0C183AF}"/>
                  </a:ext>
                </a:extLst>
              </p:cNvPr>
              <p:cNvSpPr txBox="1"/>
              <p:nvPr/>
            </p:nvSpPr>
            <p:spPr>
              <a:xfrm>
                <a:off x="549821" y="3913966"/>
                <a:ext cx="6908540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Destination’s rack price must be greater than or equal to the Origin’s rack + Transportation Cost   + Profit (</a:t>
                </a:r>
                <a14:m>
                  <m:oMath xmlns:m="http://schemas.openxmlformats.org/officeDocument/2006/math"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5¢)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464DBF-91AA-82E8-6B9B-C316A0C18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21" y="3913966"/>
                <a:ext cx="6908540" cy="1246495"/>
              </a:xfrm>
              <a:prstGeom prst="rect">
                <a:avLst/>
              </a:prstGeom>
              <a:blipFill>
                <a:blip r:embed="rId3"/>
                <a:stretch>
                  <a:fillRect l="-1412" t="-3415" b="-1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236C026-BA3F-0D57-C02D-2D0615E2940F}"/>
              </a:ext>
            </a:extLst>
          </p:cNvPr>
          <p:cNvGraphicFramePr>
            <a:graphicFrameLocks/>
          </p:cNvGraphicFramePr>
          <p:nvPr/>
        </p:nvGraphicFramePr>
        <p:xfrm>
          <a:off x="7761187" y="1732319"/>
          <a:ext cx="3868261" cy="3299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A92CD52-DA6D-9890-CEDB-AD46B1DEB948}"/>
              </a:ext>
            </a:extLst>
          </p:cNvPr>
          <p:cNvSpPr txBox="1"/>
          <p:nvPr/>
        </p:nvSpPr>
        <p:spPr>
          <a:xfrm>
            <a:off x="8145465" y="5032111"/>
            <a:ext cx="1591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Without</a:t>
            </a:r>
          </a:p>
          <a:p>
            <a:pPr algn="ctr"/>
            <a:r>
              <a:rPr lang="en-US" sz="2000"/>
              <a:t>Arbitrage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7B7DC-D5BC-D72A-E7A4-2B71C3CE17BB}"/>
              </a:ext>
            </a:extLst>
          </p:cNvPr>
          <p:cNvSpPr txBox="1"/>
          <p:nvPr/>
        </p:nvSpPr>
        <p:spPr>
          <a:xfrm>
            <a:off x="8599900" y="3382215"/>
            <a:ext cx="682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119EC-1807-283F-6F73-9DC0F865D20B}"/>
              </a:ext>
            </a:extLst>
          </p:cNvPr>
          <p:cNvSpPr txBox="1"/>
          <p:nvPr/>
        </p:nvSpPr>
        <p:spPr>
          <a:xfrm>
            <a:off x="10291309" y="3785783"/>
            <a:ext cx="682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DE303-8A88-AD64-CB32-646487A2BEEC}"/>
              </a:ext>
            </a:extLst>
          </p:cNvPr>
          <p:cNvSpPr txBox="1"/>
          <p:nvPr/>
        </p:nvSpPr>
        <p:spPr>
          <a:xfrm>
            <a:off x="10407498" y="2597976"/>
            <a:ext cx="44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8431DA-A0DB-7133-F4CB-0D86B94D6072}"/>
              </a:ext>
            </a:extLst>
          </p:cNvPr>
          <p:cNvSpPr txBox="1"/>
          <p:nvPr/>
        </p:nvSpPr>
        <p:spPr>
          <a:xfrm>
            <a:off x="10657014" y="1870477"/>
            <a:ext cx="774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Profit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ED58DA-7532-6840-7A5A-0A0CF50796DA}"/>
              </a:ext>
            </a:extLst>
          </p:cNvPr>
          <p:cNvCxnSpPr>
            <a:cxnSpLocks/>
          </p:cNvCxnSpPr>
          <p:nvPr/>
        </p:nvCxnSpPr>
        <p:spPr>
          <a:xfrm flipV="1">
            <a:off x="10731658" y="2183826"/>
            <a:ext cx="199774" cy="2048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5D5DF1-E03C-C29C-0907-94F6F46C13C9}"/>
                  </a:ext>
                </a:extLst>
              </p:cNvPr>
              <p:cNvSpPr txBox="1"/>
              <p:nvPr/>
            </p:nvSpPr>
            <p:spPr>
              <a:xfrm>
                <a:off x="545386" y="2669409"/>
                <a:ext cx="6917410" cy="758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𝐷𝑒𝑠𝑡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𝑂𝑟𝑖𝑔𝑖𝑛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m:rPr>
                          <m:nor/>
                        </m:rPr>
                        <a:rPr lang="en-US" sz="4000" dirty="0"/>
                        <m:t>¢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5D5DF1-E03C-C29C-0907-94F6F46C1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86" y="2669409"/>
                <a:ext cx="6917410" cy="758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03E0969-A9D7-219D-A15F-38892EBC0E79}"/>
              </a:ext>
            </a:extLst>
          </p:cNvPr>
          <p:cNvSpPr txBox="1"/>
          <p:nvPr/>
        </p:nvSpPr>
        <p:spPr>
          <a:xfrm>
            <a:off x="9864681" y="5032111"/>
            <a:ext cx="1591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With</a:t>
            </a:r>
          </a:p>
          <a:p>
            <a:pPr algn="ctr"/>
            <a:r>
              <a:rPr lang="en-US" sz="2000"/>
              <a:t>Arbitrage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B0F5DD4-77E6-26B7-AC4F-C2CDBDE1C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15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8;p26">
            <a:extLst>
              <a:ext uri="{FF2B5EF4-FFF2-40B4-BE49-F238E27FC236}">
                <a16:creationId xmlns:a16="http://schemas.microsoft.com/office/drawing/2014/main" id="{720AF9BB-4760-777A-985F-DE03EAB0FDC3}"/>
              </a:ext>
            </a:extLst>
          </p:cNvPr>
          <p:cNvSpPr/>
          <p:nvPr/>
        </p:nvSpPr>
        <p:spPr>
          <a:xfrm rot="5400000">
            <a:off x="4703511" y="-5220238"/>
            <a:ext cx="4223181" cy="17976236"/>
          </a:xfrm>
          <a:prstGeom prst="rect">
            <a:avLst/>
          </a:prstGeom>
          <a:solidFill>
            <a:srgbClr val="DB2C2E">
              <a:alpha val="861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97551C-6F6D-4564-C6D5-53ECEBDFF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02423"/>
              </p:ext>
            </p:extLst>
          </p:nvPr>
        </p:nvGraphicFramePr>
        <p:xfrm>
          <a:off x="1142999" y="2433603"/>
          <a:ext cx="9906001" cy="2668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1682">
                  <a:extLst>
                    <a:ext uri="{9D8B030D-6E8A-4147-A177-3AD203B41FA5}">
                      <a16:colId xmlns:a16="http://schemas.microsoft.com/office/drawing/2014/main" val="2062111521"/>
                    </a:ext>
                  </a:extLst>
                </a:gridCol>
                <a:gridCol w="1747591">
                  <a:extLst>
                    <a:ext uri="{9D8B030D-6E8A-4147-A177-3AD203B41FA5}">
                      <a16:colId xmlns:a16="http://schemas.microsoft.com/office/drawing/2014/main" val="374739363"/>
                    </a:ext>
                  </a:extLst>
                </a:gridCol>
                <a:gridCol w="1631682">
                  <a:extLst>
                    <a:ext uri="{9D8B030D-6E8A-4147-A177-3AD203B41FA5}">
                      <a16:colId xmlns:a16="http://schemas.microsoft.com/office/drawing/2014/main" val="3423776539"/>
                    </a:ext>
                  </a:extLst>
                </a:gridCol>
                <a:gridCol w="1631682">
                  <a:extLst>
                    <a:ext uri="{9D8B030D-6E8A-4147-A177-3AD203B41FA5}">
                      <a16:colId xmlns:a16="http://schemas.microsoft.com/office/drawing/2014/main" val="3622606127"/>
                    </a:ext>
                  </a:extLst>
                </a:gridCol>
                <a:gridCol w="1631682">
                  <a:extLst>
                    <a:ext uri="{9D8B030D-6E8A-4147-A177-3AD203B41FA5}">
                      <a16:colId xmlns:a16="http://schemas.microsoft.com/office/drawing/2014/main" val="2941290815"/>
                    </a:ext>
                  </a:extLst>
                </a:gridCol>
                <a:gridCol w="1631682">
                  <a:extLst>
                    <a:ext uri="{9D8B030D-6E8A-4147-A177-3AD203B41FA5}">
                      <a16:colId xmlns:a16="http://schemas.microsoft.com/office/drawing/2014/main" val="2629304596"/>
                    </a:ext>
                  </a:extLst>
                </a:gridCol>
              </a:tblGrid>
              <a:tr h="1016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solidFill>
                            <a:schemeClr val="bg1"/>
                          </a:solidFill>
                          <a:effectLst/>
                        </a:rPr>
                        <a:t>Origin</a:t>
                      </a:r>
                      <a:endParaRPr lang="en-US" sz="25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solidFill>
                            <a:schemeClr val="bg1"/>
                          </a:solidFill>
                          <a:effectLst/>
                        </a:rPr>
                        <a:t>Destination</a:t>
                      </a:r>
                      <a:endParaRPr lang="en-US" sz="25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solidFill>
                            <a:schemeClr val="bg1"/>
                          </a:solidFill>
                          <a:effectLst/>
                        </a:rPr>
                        <a:t>Distance (mi)</a:t>
                      </a:r>
                      <a:endParaRPr lang="en-US" sz="25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solidFill>
                            <a:schemeClr val="bg1"/>
                          </a:solidFill>
                          <a:effectLst/>
                        </a:rPr>
                        <a:t>Cost per Mile</a:t>
                      </a:r>
                      <a:endParaRPr lang="en-US" sz="25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solidFill>
                            <a:schemeClr val="bg1"/>
                          </a:solidFill>
                          <a:effectLst/>
                        </a:rPr>
                        <a:t>Tanker Size (gal)</a:t>
                      </a:r>
                      <a:endParaRPr lang="en-US" sz="25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solidFill>
                            <a:schemeClr val="bg1"/>
                          </a:solidFill>
                          <a:effectLst/>
                        </a:rPr>
                        <a:t>Total Cost per Gal</a:t>
                      </a:r>
                      <a:endParaRPr lang="en-US" sz="25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625740"/>
                  </a:ext>
                </a:extLst>
              </a:tr>
              <a:tr h="550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Argus Gulf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Salt Lake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1500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$2.50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8500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$0.44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616173"/>
                  </a:ext>
                </a:extLst>
              </a:tr>
              <a:tr h="550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Las Vegas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Pheonix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290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$2.50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8500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$0.09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920106"/>
                  </a:ext>
                </a:extLst>
              </a:tr>
              <a:tr h="550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LA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Alba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787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$2.50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>
                          <a:effectLst/>
                        </a:rPr>
                        <a:t>8500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500" u="none" strike="noStrike" dirty="0">
                          <a:effectLst/>
                        </a:rPr>
                        <a:t>$0.17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44519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142744-DE8C-A469-70A4-810E747FE343}"/>
              </a:ext>
            </a:extLst>
          </p:cNvPr>
          <p:cNvCxnSpPr>
            <a:cxnSpLocks/>
          </p:cNvCxnSpPr>
          <p:nvPr/>
        </p:nvCxnSpPr>
        <p:spPr>
          <a:xfrm>
            <a:off x="0" y="6522098"/>
            <a:ext cx="10655559" cy="0"/>
          </a:xfrm>
          <a:prstGeom prst="line">
            <a:avLst/>
          </a:prstGeom>
          <a:ln w="38100">
            <a:solidFill>
              <a:srgbClr val="DF4D4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8DA0936C-1D28-939A-B4DA-C6FB57D7CF47}"/>
              </a:ext>
            </a:extLst>
          </p:cNvPr>
          <p:cNvSpPr txBox="1">
            <a:spLocks/>
          </p:cNvSpPr>
          <p:nvPr/>
        </p:nvSpPr>
        <p:spPr>
          <a:xfrm>
            <a:off x="441122" y="5212"/>
            <a:ext cx="10386245" cy="120720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/>
              <a:t>Transportation Cost Calculations</a:t>
            </a:r>
            <a:endParaRPr lang="en-US" sz="7000" dirty="0">
              <a:solidFill>
                <a:srgbClr val="FFFFFF"/>
              </a:solidFill>
            </a:endParaRPr>
          </a:p>
        </p:txBody>
      </p:sp>
      <p:pic>
        <p:nvPicPr>
          <p:cNvPr id="15" name="Graphic 14" descr="Truck with solid fill">
            <a:extLst>
              <a:ext uri="{FF2B5EF4-FFF2-40B4-BE49-F238E27FC236}">
                <a16:creationId xmlns:a16="http://schemas.microsoft.com/office/drawing/2014/main" id="{0F08D475-BCB1-633E-A168-1A599C2B1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7367" y="5943600"/>
            <a:ext cx="914400" cy="9144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3D50743-1B3A-6CFB-190A-3D2D97FD9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37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5D6F3E2-3AB3-0B97-24D5-BDBEF179D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BAB32F3-3861-46EB-6405-FE9CD27037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878" y="-114056"/>
                <a:ext cx="10386245" cy="120720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b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4800" dirty="0"/>
                  <a:t>Frequency of Days with </a:t>
                </a:r>
                <a14:m>
                  <m:oMath xmlns:m="http://schemas.openxmlformats.org/officeDocument/2006/math">
                    <m:r>
                      <a:rPr lang="en-US" sz="4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4800" dirty="0"/>
                  <a:t> 5¢ profit</a:t>
                </a:r>
                <a:endParaRPr lang="en-US" sz="4800" b="0" dirty="0"/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BAB32F3-3861-46EB-6405-FE9CD2703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78" y="-114056"/>
                <a:ext cx="10386245" cy="1207208"/>
              </a:xfrm>
              <a:prstGeom prst="rect">
                <a:avLst/>
              </a:prstGeom>
              <a:blipFill>
                <a:blip r:embed="rId4"/>
                <a:stretch>
                  <a:fillRect l="-270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F9D1A501-DA86-D73E-10F0-4AB492E84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r="11864" b="-284"/>
          <a:stretch>
            <a:fillRect/>
          </a:stretch>
        </p:blipFill>
        <p:spPr>
          <a:xfrm>
            <a:off x="2079419" y="1093152"/>
            <a:ext cx="8033162" cy="5770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BA992D-31B3-3D46-166B-EAD9788964B1}"/>
              </a:ext>
            </a:extLst>
          </p:cNvPr>
          <p:cNvSpPr/>
          <p:nvPr/>
        </p:nvSpPr>
        <p:spPr>
          <a:xfrm>
            <a:off x="2913937" y="2035643"/>
            <a:ext cx="6983544" cy="743919"/>
          </a:xfrm>
          <a:prstGeom prst="rect">
            <a:avLst/>
          </a:prstGeom>
          <a:noFill/>
          <a:ln w="76200">
            <a:solidFill>
              <a:srgbClr val="FF35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55D25E-9278-2EB3-D9B6-C861A8979E03}"/>
              </a:ext>
            </a:extLst>
          </p:cNvPr>
          <p:cNvSpPr/>
          <p:nvPr/>
        </p:nvSpPr>
        <p:spPr>
          <a:xfrm>
            <a:off x="2913937" y="5228294"/>
            <a:ext cx="6983544" cy="852407"/>
          </a:xfrm>
          <a:prstGeom prst="rect">
            <a:avLst/>
          </a:prstGeom>
          <a:noFill/>
          <a:ln w="38100">
            <a:solidFill>
              <a:srgbClr val="FF35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4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blue lines&#10;&#10;AI-generated content may be incorrect.">
            <a:extLst>
              <a:ext uri="{FF2B5EF4-FFF2-40B4-BE49-F238E27FC236}">
                <a16:creationId xmlns:a16="http://schemas.microsoft.com/office/drawing/2014/main" id="{082041E0-41B8-D75A-6536-B35D6AC4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1" y="1228959"/>
            <a:ext cx="10806348" cy="5502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0357C6E-3328-04C3-7C8B-8A3FA728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88F6929-7108-C9CE-B13E-50B014FFE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37" y="-1270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Profit Opportunities in HOU Lanes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788D8-941D-7C54-002D-3075DFA9A919}"/>
              </a:ext>
            </a:extLst>
          </p:cNvPr>
          <p:cNvSpPr/>
          <p:nvPr/>
        </p:nvSpPr>
        <p:spPr>
          <a:xfrm>
            <a:off x="7232897" y="-68724"/>
            <a:ext cx="6750382" cy="1158413"/>
          </a:xfrm>
          <a:prstGeom prst="rect">
            <a:avLst/>
          </a:prstGeom>
          <a:solidFill>
            <a:schemeClr val="bg1">
              <a:lumMod val="65000"/>
              <a:alpha val="270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A4A33-CE37-D839-61B5-F3FD03D1499D}"/>
                  </a:ext>
                </a:extLst>
              </p:cNvPr>
              <p:cNvSpPr txBox="1"/>
              <p:nvPr/>
            </p:nvSpPr>
            <p:spPr>
              <a:xfrm>
                <a:off x="7518147" y="239670"/>
                <a:ext cx="4673853" cy="541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𝐷𝑒𝑠𝑡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𝑂𝑟𝑖𝑔𝑖𝑛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800" dirty="0"/>
                  <a:t>¢</a:t>
                </a:r>
                <a:endParaRPr lang="en-US" sz="27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A4A33-CE37-D839-61B5-F3FD03D14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147" y="239670"/>
                <a:ext cx="4673853" cy="541623"/>
              </a:xfrm>
              <a:prstGeom prst="rect">
                <a:avLst/>
              </a:prstGeom>
              <a:blipFill>
                <a:blip r:embed="rId4"/>
                <a:stretch>
                  <a:fillRect t="-11236" r="-1565" b="-26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73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F1A1D2B-0EA1-B058-82F0-A10EC987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37" y="-1270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Profit Opportunities in LA Lanes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CC80DA2-7276-403C-EE37-9FCE5D693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53EFDE-FC23-EE6A-2601-B4CD44F6961F}"/>
              </a:ext>
            </a:extLst>
          </p:cNvPr>
          <p:cNvSpPr/>
          <p:nvPr/>
        </p:nvSpPr>
        <p:spPr>
          <a:xfrm>
            <a:off x="7232897" y="-68724"/>
            <a:ext cx="6750382" cy="1158413"/>
          </a:xfrm>
          <a:prstGeom prst="rect">
            <a:avLst/>
          </a:prstGeom>
          <a:solidFill>
            <a:schemeClr val="bg1">
              <a:lumMod val="65000"/>
              <a:alpha val="270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70FFE7-9169-0479-9D25-710AD37653DD}"/>
                  </a:ext>
                </a:extLst>
              </p:cNvPr>
              <p:cNvSpPr txBox="1"/>
              <p:nvPr/>
            </p:nvSpPr>
            <p:spPr>
              <a:xfrm>
                <a:off x="7518147" y="239670"/>
                <a:ext cx="4673853" cy="541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𝐷𝑒𝑠𝑡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𝑂𝑟𝑖𝑔𝑖𝑛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800" dirty="0"/>
                  <a:t>¢</a:t>
                </a:r>
                <a:endParaRPr lang="en-US" sz="27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70FFE7-9169-0479-9D25-710AD3765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147" y="239670"/>
                <a:ext cx="4673853" cy="541623"/>
              </a:xfrm>
              <a:prstGeom prst="rect">
                <a:avLst/>
              </a:prstGeom>
              <a:blipFill>
                <a:blip r:embed="rId4"/>
                <a:stretch>
                  <a:fillRect t="-11236" r="-1565" b="-26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graph of a graph showing the number of the number of years&#10;&#10;AI-generated content may be incorrect.">
            <a:extLst>
              <a:ext uri="{FF2B5EF4-FFF2-40B4-BE49-F238E27FC236}">
                <a16:creationId xmlns:a16="http://schemas.microsoft.com/office/drawing/2014/main" id="{42D18CD6-195C-496C-FA8F-A0FC823F4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75" y="1237384"/>
            <a:ext cx="10810830" cy="54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8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4BB17-98C7-4A42-6B8A-76DF34EE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A057CB-A473-BC58-1573-E0A859C3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222" y="-1270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Profit Opportunities in LA Lanes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4504FCE-E46D-6982-BFF9-1B10AF0B7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of a graph showing the number of the number of years&#10;&#10;AI-generated content may be incorrect.">
            <a:extLst>
              <a:ext uri="{FF2B5EF4-FFF2-40B4-BE49-F238E27FC236}">
                <a16:creationId xmlns:a16="http://schemas.microsoft.com/office/drawing/2014/main" id="{EE7C15D2-2A03-009B-7524-3A23DBE9C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60735" y="-369651"/>
            <a:ext cx="14416785" cy="72276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263BB5-C3E8-B46B-3E48-E672B0513983}"/>
              </a:ext>
            </a:extLst>
          </p:cNvPr>
          <p:cNvSpPr txBox="1"/>
          <p:nvPr/>
        </p:nvSpPr>
        <p:spPr>
          <a:xfrm>
            <a:off x="3303565" y="3036492"/>
            <a:ext cx="119468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292</a:t>
            </a:r>
          </a:p>
          <a:p>
            <a:pPr algn="ctr"/>
            <a:r>
              <a:rPr lang="en-US" dirty="0"/>
              <a:t>Profitable </a:t>
            </a:r>
          </a:p>
          <a:p>
            <a:pPr algn="ctr"/>
            <a:r>
              <a:rPr lang="en-US" dirty="0"/>
              <a:t>days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2AACFBF-0CB1-E400-2A71-9884D64E9A05}"/>
              </a:ext>
            </a:extLst>
          </p:cNvPr>
          <p:cNvSpPr/>
          <p:nvPr/>
        </p:nvSpPr>
        <p:spPr>
          <a:xfrm>
            <a:off x="2699230" y="4144488"/>
            <a:ext cx="2335908" cy="863147"/>
          </a:xfrm>
          <a:custGeom>
            <a:avLst/>
            <a:gdLst>
              <a:gd name="csX0" fmla="*/ 2220000 w 2335908"/>
              <a:gd name="csY0" fmla="*/ 846634 h 863147"/>
              <a:gd name="csX1" fmla="*/ 2210820 w 2335908"/>
              <a:gd name="csY1" fmla="*/ 847813 h 863147"/>
              <a:gd name="csX2" fmla="*/ 2208195 w 2335908"/>
              <a:gd name="csY2" fmla="*/ 848059 h 863147"/>
              <a:gd name="csX3" fmla="*/ 20910 w 2335908"/>
              <a:gd name="csY3" fmla="*/ 784927 h 863147"/>
              <a:gd name="csX4" fmla="*/ 21911 w 2335908"/>
              <a:gd name="csY4" fmla="*/ 793913 h 863147"/>
              <a:gd name="csX5" fmla="*/ 23799 w 2335908"/>
              <a:gd name="csY5" fmla="*/ 810753 h 863147"/>
              <a:gd name="csX6" fmla="*/ 22657 w 2335908"/>
              <a:gd name="csY6" fmla="*/ 823175 h 863147"/>
              <a:gd name="csX7" fmla="*/ 22156 w 2335908"/>
              <a:gd name="csY7" fmla="*/ 826222 h 863147"/>
              <a:gd name="csX8" fmla="*/ 21963 w 2335908"/>
              <a:gd name="csY8" fmla="*/ 825097 h 863147"/>
              <a:gd name="csX9" fmla="*/ 20438 w 2335908"/>
              <a:gd name="csY9" fmla="*/ 807391 h 863147"/>
              <a:gd name="csX10" fmla="*/ 20775 w 2335908"/>
              <a:gd name="csY10" fmla="*/ 786669 h 863147"/>
              <a:gd name="csX11" fmla="*/ 19166 w 2335908"/>
              <a:gd name="csY11" fmla="*/ 755509 h 863147"/>
              <a:gd name="csX12" fmla="*/ 19269 w 2335908"/>
              <a:gd name="csY12" fmla="*/ 758278 h 863147"/>
              <a:gd name="csX13" fmla="*/ 18967 w 2335908"/>
              <a:gd name="csY13" fmla="*/ 759485 h 863147"/>
              <a:gd name="csX14" fmla="*/ 26013 w 2335908"/>
              <a:gd name="csY14" fmla="*/ 731301 h 863147"/>
              <a:gd name="csX15" fmla="*/ 25565 w 2335908"/>
              <a:gd name="csY15" fmla="*/ 751478 h 863147"/>
              <a:gd name="csX16" fmla="*/ 23968 w 2335908"/>
              <a:gd name="csY16" fmla="*/ 759438 h 863147"/>
              <a:gd name="csX17" fmla="*/ 21895 w 2335908"/>
              <a:gd name="csY17" fmla="*/ 772253 h 863147"/>
              <a:gd name="csX18" fmla="*/ 20910 w 2335908"/>
              <a:gd name="csY18" fmla="*/ 784927 h 863147"/>
              <a:gd name="csX19" fmla="*/ 20751 w 2335908"/>
              <a:gd name="csY19" fmla="*/ 783502 h 863147"/>
              <a:gd name="csX20" fmla="*/ 19761 w 2335908"/>
              <a:gd name="csY20" fmla="*/ 771531 h 863147"/>
              <a:gd name="csX21" fmla="*/ 19269 w 2335908"/>
              <a:gd name="csY21" fmla="*/ 758278 h 863147"/>
              <a:gd name="csX22" fmla="*/ 23799 w 2335908"/>
              <a:gd name="csY22" fmla="*/ 740156 h 863147"/>
              <a:gd name="csX23" fmla="*/ 26392 w 2335908"/>
              <a:gd name="csY23" fmla="*/ 714275 h 863147"/>
              <a:gd name="csX24" fmla="*/ 26761 w 2335908"/>
              <a:gd name="csY24" fmla="*/ 728310 h 863147"/>
              <a:gd name="csX25" fmla="*/ 26013 w 2335908"/>
              <a:gd name="csY25" fmla="*/ 731301 h 863147"/>
              <a:gd name="csX26" fmla="*/ 25162 w 2335908"/>
              <a:gd name="csY26" fmla="*/ 667540 h 863147"/>
              <a:gd name="csX27" fmla="*/ 26093 w 2335908"/>
              <a:gd name="csY27" fmla="*/ 673101 h 863147"/>
              <a:gd name="csX28" fmla="*/ 27161 w 2335908"/>
              <a:gd name="csY28" fmla="*/ 679644 h 863147"/>
              <a:gd name="csX29" fmla="*/ 26392 w 2335908"/>
              <a:gd name="csY29" fmla="*/ 714275 h 863147"/>
              <a:gd name="csX30" fmla="*/ 14755 w 2335908"/>
              <a:gd name="csY30" fmla="*/ 633209 h 863147"/>
              <a:gd name="csX31" fmla="*/ 17076 w 2335908"/>
              <a:gd name="csY31" fmla="*/ 642665 h 863147"/>
              <a:gd name="csX32" fmla="*/ 20438 w 2335908"/>
              <a:gd name="csY32" fmla="*/ 730071 h 863147"/>
              <a:gd name="csX33" fmla="*/ 19166 w 2335908"/>
              <a:gd name="csY33" fmla="*/ 755509 h 863147"/>
              <a:gd name="csX34" fmla="*/ 19109 w 2335908"/>
              <a:gd name="csY34" fmla="*/ 753957 h 863147"/>
              <a:gd name="csX35" fmla="*/ 17076 w 2335908"/>
              <a:gd name="csY35" fmla="*/ 709900 h 863147"/>
              <a:gd name="csX36" fmla="*/ 14139 w 2335908"/>
              <a:gd name="csY36" fmla="*/ 638733 h 863147"/>
              <a:gd name="csX37" fmla="*/ 14715 w 2335908"/>
              <a:gd name="csY37" fmla="*/ 633572 h 863147"/>
              <a:gd name="csX38" fmla="*/ 14807 w 2335908"/>
              <a:gd name="csY38" fmla="*/ 633962 h 863147"/>
              <a:gd name="csX39" fmla="*/ 14716 w 2335908"/>
              <a:gd name="csY39" fmla="*/ 633560 h 863147"/>
              <a:gd name="csX40" fmla="*/ 13875 w 2335908"/>
              <a:gd name="csY40" fmla="*/ 630040 h 863147"/>
              <a:gd name="csX41" fmla="*/ 14015 w 2335908"/>
              <a:gd name="csY41" fmla="*/ 630472 h 863147"/>
              <a:gd name="csX42" fmla="*/ 14716 w 2335908"/>
              <a:gd name="csY42" fmla="*/ 633560 h 863147"/>
              <a:gd name="csX43" fmla="*/ 14715 w 2335908"/>
              <a:gd name="csY43" fmla="*/ 633572 h 863147"/>
              <a:gd name="csX44" fmla="*/ 13227 w 2335908"/>
              <a:gd name="csY44" fmla="*/ 623340 h 863147"/>
              <a:gd name="csX45" fmla="*/ 15325 w 2335908"/>
              <a:gd name="csY45" fmla="*/ 628101 h 863147"/>
              <a:gd name="csX46" fmla="*/ 14755 w 2335908"/>
              <a:gd name="csY46" fmla="*/ 633209 h 863147"/>
              <a:gd name="csX47" fmla="*/ 14301 w 2335908"/>
              <a:gd name="csY47" fmla="*/ 631360 h 863147"/>
              <a:gd name="csX48" fmla="*/ 14015 w 2335908"/>
              <a:gd name="csY48" fmla="*/ 630472 h 863147"/>
              <a:gd name="csX49" fmla="*/ 13558 w 2335908"/>
              <a:gd name="csY49" fmla="*/ 628462 h 863147"/>
              <a:gd name="csX50" fmla="*/ 13227 w 2335908"/>
              <a:gd name="csY50" fmla="*/ 623340 h 863147"/>
              <a:gd name="csX51" fmla="*/ 267 w 2335908"/>
              <a:gd name="csY51" fmla="*/ 609047 h 863147"/>
              <a:gd name="csX52" fmla="*/ 10352 w 2335908"/>
              <a:gd name="csY52" fmla="*/ 615771 h 863147"/>
              <a:gd name="csX53" fmla="*/ 13707 w 2335908"/>
              <a:gd name="csY53" fmla="*/ 629332 h 863147"/>
              <a:gd name="csX54" fmla="*/ 13875 w 2335908"/>
              <a:gd name="csY54" fmla="*/ 630040 h 863147"/>
              <a:gd name="csX55" fmla="*/ 10352 w 2335908"/>
              <a:gd name="csY55" fmla="*/ 619133 h 863147"/>
              <a:gd name="csX56" fmla="*/ 267 w 2335908"/>
              <a:gd name="csY56" fmla="*/ 609047 h 863147"/>
              <a:gd name="csX57" fmla="*/ 20438 w 2335908"/>
              <a:gd name="csY57" fmla="*/ 602324 h 863147"/>
              <a:gd name="csX58" fmla="*/ 23313 w 2335908"/>
              <a:gd name="csY58" fmla="*/ 609387 h 863147"/>
              <a:gd name="csX59" fmla="*/ 23799 w 2335908"/>
              <a:gd name="csY59" fmla="*/ 615771 h 863147"/>
              <a:gd name="csX60" fmla="*/ 25162 w 2335908"/>
              <a:gd name="csY60" fmla="*/ 667540 h 863147"/>
              <a:gd name="csX61" fmla="*/ 24175 w 2335908"/>
              <a:gd name="csY61" fmla="*/ 661647 h 863147"/>
              <a:gd name="csX62" fmla="*/ 20438 w 2335908"/>
              <a:gd name="csY62" fmla="*/ 642665 h 863147"/>
              <a:gd name="csX63" fmla="*/ 15476 w 2335908"/>
              <a:gd name="csY63" fmla="*/ 628443 h 863147"/>
              <a:gd name="csX64" fmla="*/ 15325 w 2335908"/>
              <a:gd name="csY64" fmla="*/ 628101 h 863147"/>
              <a:gd name="csX65" fmla="*/ 17076 w 2335908"/>
              <a:gd name="csY65" fmla="*/ 612409 h 863147"/>
              <a:gd name="csX66" fmla="*/ 20438 w 2335908"/>
              <a:gd name="csY66" fmla="*/ 602324 h 863147"/>
              <a:gd name="csX67" fmla="*/ 2323954 w 2335908"/>
              <a:gd name="csY67" fmla="*/ 516466 h 863147"/>
              <a:gd name="csX68" fmla="*/ 2324032 w 2335908"/>
              <a:gd name="csY68" fmla="*/ 516577 h 863147"/>
              <a:gd name="csX69" fmla="*/ 2324009 w 2335908"/>
              <a:gd name="csY69" fmla="*/ 516646 h 863147"/>
              <a:gd name="csX70" fmla="*/ 2298622 w 2335908"/>
              <a:gd name="csY70" fmla="*/ 480590 h 863147"/>
              <a:gd name="csX71" fmla="*/ 2300282 w 2335908"/>
              <a:gd name="csY71" fmla="*/ 480951 h 863147"/>
              <a:gd name="csX72" fmla="*/ 2318095 w 2335908"/>
              <a:gd name="csY72" fmla="*/ 498764 h 863147"/>
              <a:gd name="csX73" fmla="*/ 2323343 w 2335908"/>
              <a:gd name="csY73" fmla="*/ 514469 h 863147"/>
              <a:gd name="csX74" fmla="*/ 2323954 w 2335908"/>
              <a:gd name="csY74" fmla="*/ 516466 h 863147"/>
              <a:gd name="csX75" fmla="*/ 2315562 w 2335908"/>
              <a:gd name="csY75" fmla="*/ 504581 h 863147"/>
              <a:gd name="csX76" fmla="*/ 2298622 w 2335908"/>
              <a:gd name="csY76" fmla="*/ 480590 h 863147"/>
              <a:gd name="csX77" fmla="*/ 548671 w 2335908"/>
              <a:gd name="csY77" fmla="*/ 0 h 863147"/>
              <a:gd name="csX78" fmla="*/ 637736 w 2335908"/>
              <a:gd name="csY78" fmla="*/ 5938 h 863147"/>
              <a:gd name="csX79" fmla="*/ 673362 w 2335908"/>
              <a:gd name="csY79" fmla="*/ 47502 h 863147"/>
              <a:gd name="csX80" fmla="*/ 685238 w 2335908"/>
              <a:gd name="csY80" fmla="*/ 59377 h 863147"/>
              <a:gd name="csX81" fmla="*/ 703051 w 2335908"/>
              <a:gd name="csY81" fmla="*/ 89065 h 863147"/>
              <a:gd name="csX82" fmla="*/ 708988 w 2335908"/>
              <a:gd name="csY82" fmla="*/ 106878 h 863147"/>
              <a:gd name="csX83" fmla="*/ 720864 w 2335908"/>
              <a:gd name="csY83" fmla="*/ 118754 h 863147"/>
              <a:gd name="csX84" fmla="*/ 732739 w 2335908"/>
              <a:gd name="csY84" fmla="*/ 136567 h 863147"/>
              <a:gd name="csX85" fmla="*/ 768365 w 2335908"/>
              <a:gd name="csY85" fmla="*/ 160317 h 863147"/>
              <a:gd name="csX86" fmla="*/ 815866 w 2335908"/>
              <a:gd name="csY86" fmla="*/ 195943 h 863147"/>
              <a:gd name="csX87" fmla="*/ 833679 w 2335908"/>
              <a:gd name="csY87" fmla="*/ 207818 h 863147"/>
              <a:gd name="csX88" fmla="*/ 851492 w 2335908"/>
              <a:gd name="csY88" fmla="*/ 219694 h 863147"/>
              <a:gd name="csX89" fmla="*/ 869305 w 2335908"/>
              <a:gd name="csY89" fmla="*/ 225631 h 863147"/>
              <a:gd name="csX90" fmla="*/ 881180 w 2335908"/>
              <a:gd name="csY90" fmla="*/ 237507 h 863147"/>
              <a:gd name="csX91" fmla="*/ 916806 w 2335908"/>
              <a:gd name="csY91" fmla="*/ 249382 h 863147"/>
              <a:gd name="csX92" fmla="*/ 946495 w 2335908"/>
              <a:gd name="csY92" fmla="*/ 267195 h 863147"/>
              <a:gd name="csX93" fmla="*/ 966157 w 2335908"/>
              <a:gd name="csY93" fmla="*/ 278299 h 863147"/>
              <a:gd name="csX94" fmla="*/ 964778 w 2335908"/>
              <a:gd name="csY94" fmla="*/ 278597 h 863147"/>
              <a:gd name="csX95" fmla="*/ 962785 w 2335908"/>
              <a:gd name="csY95" fmla="*/ 278048 h 863147"/>
              <a:gd name="csX96" fmla="*/ 963536 w 2335908"/>
              <a:gd name="csY96" fmla="*/ 278864 h 863147"/>
              <a:gd name="csX97" fmla="*/ 964778 w 2335908"/>
              <a:gd name="csY97" fmla="*/ 278597 h 863147"/>
              <a:gd name="csX98" fmla="*/ 988058 w 2335908"/>
              <a:gd name="csY98" fmla="*/ 285008 h 863147"/>
              <a:gd name="csX99" fmla="*/ 1023684 w 2335908"/>
              <a:gd name="csY99" fmla="*/ 296883 h 863147"/>
              <a:gd name="csX100" fmla="*/ 1041497 w 2335908"/>
              <a:gd name="csY100" fmla="*/ 308759 h 863147"/>
              <a:gd name="csX101" fmla="*/ 1077123 w 2335908"/>
              <a:gd name="csY101" fmla="*/ 320634 h 863147"/>
              <a:gd name="csX102" fmla="*/ 1094936 w 2335908"/>
              <a:gd name="csY102" fmla="*/ 326572 h 863147"/>
              <a:gd name="csX103" fmla="*/ 1118687 w 2335908"/>
              <a:gd name="csY103" fmla="*/ 338447 h 863147"/>
              <a:gd name="csX104" fmla="*/ 1136500 w 2335908"/>
              <a:gd name="csY104" fmla="*/ 344385 h 863147"/>
              <a:gd name="csX105" fmla="*/ 1172126 w 2335908"/>
              <a:gd name="csY105" fmla="*/ 368135 h 863147"/>
              <a:gd name="csX106" fmla="*/ 1207752 w 2335908"/>
              <a:gd name="csY106" fmla="*/ 380011 h 863147"/>
              <a:gd name="csX107" fmla="*/ 1225565 w 2335908"/>
              <a:gd name="csY107" fmla="*/ 391886 h 863147"/>
              <a:gd name="csX108" fmla="*/ 1243378 w 2335908"/>
              <a:gd name="csY108" fmla="*/ 397824 h 863147"/>
              <a:gd name="csX109" fmla="*/ 1279004 w 2335908"/>
              <a:gd name="csY109" fmla="*/ 421574 h 863147"/>
              <a:gd name="csX110" fmla="*/ 1332443 w 2335908"/>
              <a:gd name="csY110" fmla="*/ 397824 h 863147"/>
              <a:gd name="csX111" fmla="*/ 1362131 w 2335908"/>
              <a:gd name="csY111" fmla="*/ 368135 h 863147"/>
              <a:gd name="csX112" fmla="*/ 1379944 w 2335908"/>
              <a:gd name="csY112" fmla="*/ 350322 h 863147"/>
              <a:gd name="csX113" fmla="*/ 1403695 w 2335908"/>
              <a:gd name="csY113" fmla="*/ 320634 h 863147"/>
              <a:gd name="csX114" fmla="*/ 1409632 w 2335908"/>
              <a:gd name="csY114" fmla="*/ 302821 h 863147"/>
              <a:gd name="csX115" fmla="*/ 1433383 w 2335908"/>
              <a:gd name="csY115" fmla="*/ 279070 h 863147"/>
              <a:gd name="csX116" fmla="*/ 1445258 w 2335908"/>
              <a:gd name="csY116" fmla="*/ 261257 h 863147"/>
              <a:gd name="csX117" fmla="*/ 1457134 w 2335908"/>
              <a:gd name="csY117" fmla="*/ 249382 h 863147"/>
              <a:gd name="csX118" fmla="*/ 1492760 w 2335908"/>
              <a:gd name="csY118" fmla="*/ 201881 h 863147"/>
              <a:gd name="csX119" fmla="*/ 1510573 w 2335908"/>
              <a:gd name="csY119" fmla="*/ 172193 h 863147"/>
              <a:gd name="csX120" fmla="*/ 1522448 w 2335908"/>
              <a:gd name="csY120" fmla="*/ 190006 h 863147"/>
              <a:gd name="csX121" fmla="*/ 1552136 w 2335908"/>
              <a:gd name="csY121" fmla="*/ 243444 h 863147"/>
              <a:gd name="csX122" fmla="*/ 1575887 w 2335908"/>
              <a:gd name="csY122" fmla="*/ 273133 h 863147"/>
              <a:gd name="csX123" fmla="*/ 1593700 w 2335908"/>
              <a:gd name="csY123" fmla="*/ 290946 h 863147"/>
              <a:gd name="csX124" fmla="*/ 1605575 w 2335908"/>
              <a:gd name="csY124" fmla="*/ 308759 h 863147"/>
              <a:gd name="csX125" fmla="*/ 1617451 w 2335908"/>
              <a:gd name="csY125" fmla="*/ 320634 h 863147"/>
              <a:gd name="csX126" fmla="*/ 1635264 w 2335908"/>
              <a:gd name="csY126" fmla="*/ 356260 h 863147"/>
              <a:gd name="csX127" fmla="*/ 1653076 w 2335908"/>
              <a:gd name="csY127" fmla="*/ 374073 h 863147"/>
              <a:gd name="csX128" fmla="*/ 1664952 w 2335908"/>
              <a:gd name="csY128" fmla="*/ 391886 h 863147"/>
              <a:gd name="csX129" fmla="*/ 1682765 w 2335908"/>
              <a:gd name="csY129" fmla="*/ 409699 h 863147"/>
              <a:gd name="csX130" fmla="*/ 1706515 w 2335908"/>
              <a:gd name="csY130" fmla="*/ 445325 h 863147"/>
              <a:gd name="csX131" fmla="*/ 1748079 w 2335908"/>
              <a:gd name="csY131" fmla="*/ 433450 h 863147"/>
              <a:gd name="csX132" fmla="*/ 1759954 w 2335908"/>
              <a:gd name="csY132" fmla="*/ 421574 h 863147"/>
              <a:gd name="csX133" fmla="*/ 1783705 w 2335908"/>
              <a:gd name="csY133" fmla="*/ 385948 h 863147"/>
              <a:gd name="csX134" fmla="*/ 1819331 w 2335908"/>
              <a:gd name="csY134" fmla="*/ 362198 h 863147"/>
              <a:gd name="csX135" fmla="*/ 1866832 w 2335908"/>
              <a:gd name="csY135" fmla="*/ 350322 h 863147"/>
              <a:gd name="csX136" fmla="*/ 1973710 w 2335908"/>
              <a:gd name="csY136" fmla="*/ 356260 h 863147"/>
              <a:gd name="csX137" fmla="*/ 2021212 w 2335908"/>
              <a:gd name="csY137" fmla="*/ 368135 h 863147"/>
              <a:gd name="csX138" fmla="*/ 2044962 w 2335908"/>
              <a:gd name="csY138" fmla="*/ 374073 h 863147"/>
              <a:gd name="csX139" fmla="*/ 2163715 w 2335908"/>
              <a:gd name="csY139" fmla="*/ 380011 h 863147"/>
              <a:gd name="csX140" fmla="*/ 2199341 w 2335908"/>
              <a:gd name="csY140" fmla="*/ 391886 h 863147"/>
              <a:gd name="csX141" fmla="*/ 2217154 w 2335908"/>
              <a:gd name="csY141" fmla="*/ 397824 h 863147"/>
              <a:gd name="csX142" fmla="*/ 2246843 w 2335908"/>
              <a:gd name="csY142" fmla="*/ 421574 h 863147"/>
              <a:gd name="csX143" fmla="*/ 2258718 w 2335908"/>
              <a:gd name="csY143" fmla="*/ 439387 h 863147"/>
              <a:gd name="csX144" fmla="*/ 2270593 w 2335908"/>
              <a:gd name="csY144" fmla="*/ 475013 h 863147"/>
              <a:gd name="csX145" fmla="*/ 2288406 w 2335908"/>
              <a:gd name="csY145" fmla="*/ 486889 h 863147"/>
              <a:gd name="csX146" fmla="*/ 2312157 w 2335908"/>
              <a:gd name="csY146" fmla="*/ 522515 h 863147"/>
              <a:gd name="csX147" fmla="*/ 2317237 w 2335908"/>
              <a:gd name="csY147" fmla="*/ 537756 h 863147"/>
              <a:gd name="csX148" fmla="*/ 2314611 w 2335908"/>
              <a:gd name="csY148" fmla="*/ 547740 h 863147"/>
              <a:gd name="csX149" fmla="*/ 2312157 w 2335908"/>
              <a:gd name="csY149" fmla="*/ 587829 h 863147"/>
              <a:gd name="csX150" fmla="*/ 2318095 w 2335908"/>
              <a:gd name="csY150" fmla="*/ 605642 h 863147"/>
              <a:gd name="csX151" fmla="*/ 2324032 w 2335908"/>
              <a:gd name="csY151" fmla="*/ 558141 h 863147"/>
              <a:gd name="csX152" fmla="*/ 2317237 w 2335908"/>
              <a:gd name="csY152" fmla="*/ 537756 h 863147"/>
              <a:gd name="csX153" fmla="*/ 2318258 w 2335908"/>
              <a:gd name="csY153" fmla="*/ 533875 h 863147"/>
              <a:gd name="csX154" fmla="*/ 2324009 w 2335908"/>
              <a:gd name="csY154" fmla="*/ 516646 h 863147"/>
              <a:gd name="csX155" fmla="*/ 2325965 w 2335908"/>
              <a:gd name="csY155" fmla="*/ 523034 h 863147"/>
              <a:gd name="csX156" fmla="*/ 2329970 w 2335908"/>
              <a:gd name="csY156" fmla="*/ 623455 h 863147"/>
              <a:gd name="csX157" fmla="*/ 2335908 w 2335908"/>
              <a:gd name="csY157" fmla="*/ 647206 h 863147"/>
              <a:gd name="csX158" fmla="*/ 2329970 w 2335908"/>
              <a:gd name="csY158" fmla="*/ 825335 h 863147"/>
              <a:gd name="csX159" fmla="*/ 2312157 w 2335908"/>
              <a:gd name="csY159" fmla="*/ 831273 h 863147"/>
              <a:gd name="csX160" fmla="*/ 2276531 w 2335908"/>
              <a:gd name="csY160" fmla="*/ 837211 h 863147"/>
              <a:gd name="csX161" fmla="*/ 2229030 w 2335908"/>
              <a:gd name="csY161" fmla="*/ 843148 h 863147"/>
              <a:gd name="csX162" fmla="*/ 2191448 w 2335908"/>
              <a:gd name="csY162" fmla="*/ 849629 h 863147"/>
              <a:gd name="csX163" fmla="*/ 2208195 w 2335908"/>
              <a:gd name="csY163" fmla="*/ 848059 h 863147"/>
              <a:gd name="csX164" fmla="*/ 2199785 w 2335908"/>
              <a:gd name="csY164" fmla="*/ 849075 h 863147"/>
              <a:gd name="csX165" fmla="*/ 2151840 w 2335908"/>
              <a:gd name="csY165" fmla="*/ 855024 h 863147"/>
              <a:gd name="csX166" fmla="*/ 1320567 w 2335908"/>
              <a:gd name="csY166" fmla="*/ 849086 h 863147"/>
              <a:gd name="csX167" fmla="*/ 1252884 w 2335908"/>
              <a:gd name="csY167" fmla="*/ 842768 h 863147"/>
              <a:gd name="csX168" fmla="*/ 1259896 w 2335908"/>
              <a:gd name="csY168" fmla="*/ 842238 h 863147"/>
              <a:gd name="csX169" fmla="*/ 1285892 w 2335908"/>
              <a:gd name="csY169" fmla="*/ 840842 h 863147"/>
              <a:gd name="csX170" fmla="*/ 1277214 w 2335908"/>
              <a:gd name="csY170" fmla="*/ 840929 h 863147"/>
              <a:gd name="csX171" fmla="*/ 1259896 w 2335908"/>
              <a:gd name="csY171" fmla="*/ 842238 h 863147"/>
              <a:gd name="csX172" fmla="*/ 1233468 w 2335908"/>
              <a:gd name="csY172" fmla="*/ 843657 h 863147"/>
              <a:gd name="csX173" fmla="*/ 1118687 w 2335908"/>
              <a:gd name="csY173" fmla="*/ 849086 h 863147"/>
              <a:gd name="csX174" fmla="*/ 756489 w 2335908"/>
              <a:gd name="csY174" fmla="*/ 849086 h 863147"/>
              <a:gd name="csX175" fmla="*/ 406167 w 2335908"/>
              <a:gd name="csY175" fmla="*/ 855024 h 863147"/>
              <a:gd name="csX176" fmla="*/ 311165 w 2335908"/>
              <a:gd name="csY176" fmla="*/ 849086 h 863147"/>
              <a:gd name="csX177" fmla="*/ 233975 w 2335908"/>
              <a:gd name="csY177" fmla="*/ 849086 h 863147"/>
              <a:gd name="csX178" fmla="*/ 232075 w 2335908"/>
              <a:gd name="csY178" fmla="*/ 840515 h 863147"/>
              <a:gd name="csX179" fmla="*/ 205508 w 2335908"/>
              <a:gd name="csY179" fmla="*/ 838606 h 863147"/>
              <a:gd name="csX180" fmla="*/ 111205 w 2335908"/>
              <a:gd name="csY180" fmla="*/ 834286 h 863147"/>
              <a:gd name="csX181" fmla="*/ 6991 w 2335908"/>
              <a:gd name="csY181" fmla="*/ 834286 h 863147"/>
              <a:gd name="csX182" fmla="*/ 10352 w 2335908"/>
              <a:gd name="csY182" fmla="*/ 800668 h 863147"/>
              <a:gd name="csX183" fmla="*/ 13714 w 2335908"/>
              <a:gd name="csY183" fmla="*/ 787221 h 863147"/>
              <a:gd name="csX184" fmla="*/ 17076 w 2335908"/>
              <a:gd name="csY184" fmla="*/ 767050 h 863147"/>
              <a:gd name="csX185" fmla="*/ 18967 w 2335908"/>
              <a:gd name="csY185" fmla="*/ 759485 h 863147"/>
              <a:gd name="csX186" fmla="*/ 17076 w 2335908"/>
              <a:gd name="csY186" fmla="*/ 797306 h 863147"/>
              <a:gd name="csX187" fmla="*/ 20438 w 2335908"/>
              <a:gd name="csY187" fmla="*/ 827562 h 863147"/>
              <a:gd name="csX188" fmla="*/ 21884 w 2335908"/>
              <a:gd name="csY188" fmla="*/ 827880 h 863147"/>
              <a:gd name="csX189" fmla="*/ 22156 w 2335908"/>
              <a:gd name="csY189" fmla="*/ 826222 h 863147"/>
              <a:gd name="csX190" fmla="*/ 23098 w 2335908"/>
              <a:gd name="csY190" fmla="*/ 831700 h 863147"/>
              <a:gd name="csX191" fmla="*/ 23799 w 2335908"/>
              <a:gd name="csY191" fmla="*/ 830924 h 863147"/>
              <a:gd name="csX192" fmla="*/ 25565 w 2335908"/>
              <a:gd name="csY192" fmla="*/ 751478 h 863147"/>
              <a:gd name="csX193" fmla="*/ 27161 w 2335908"/>
              <a:gd name="csY193" fmla="*/ 743518 h 863147"/>
              <a:gd name="csX194" fmla="*/ 26761 w 2335908"/>
              <a:gd name="csY194" fmla="*/ 728310 h 863147"/>
              <a:gd name="csX195" fmla="*/ 27161 w 2335908"/>
              <a:gd name="csY195" fmla="*/ 726709 h 863147"/>
              <a:gd name="csX196" fmla="*/ 27161 w 2335908"/>
              <a:gd name="csY196" fmla="*/ 622494 h 863147"/>
              <a:gd name="csX197" fmla="*/ 23470 w 2335908"/>
              <a:gd name="csY197" fmla="*/ 609772 h 863147"/>
              <a:gd name="csX198" fmla="*/ 23313 w 2335908"/>
              <a:gd name="csY198" fmla="*/ 609387 h 863147"/>
              <a:gd name="csX199" fmla="*/ 22872 w 2335908"/>
              <a:gd name="csY199" fmla="*/ 603592 h 863147"/>
              <a:gd name="csX200" fmla="*/ 23799 w 2335908"/>
              <a:gd name="csY200" fmla="*/ 575430 h 863147"/>
              <a:gd name="csX201" fmla="*/ 158270 w 2335908"/>
              <a:gd name="csY201" fmla="*/ 575430 h 863147"/>
              <a:gd name="csX202" fmla="*/ 171717 w 2335908"/>
              <a:gd name="csY202" fmla="*/ 572068 h 863147"/>
              <a:gd name="csX203" fmla="*/ 191888 w 2335908"/>
              <a:gd name="csY203" fmla="*/ 568706 h 863147"/>
              <a:gd name="csX204" fmla="*/ 201973 w 2335908"/>
              <a:gd name="csY204" fmla="*/ 565344 h 863147"/>
              <a:gd name="csX205" fmla="*/ 241263 w 2335908"/>
              <a:gd name="csY205" fmla="*/ 568475 h 863147"/>
              <a:gd name="csX206" fmla="*/ 253633 w 2335908"/>
              <a:gd name="csY206" fmla="*/ 574109 h 863147"/>
              <a:gd name="csX207" fmla="*/ 263664 w 2335908"/>
              <a:gd name="csY207" fmla="*/ 564078 h 863147"/>
              <a:gd name="csX208" fmla="*/ 269601 w 2335908"/>
              <a:gd name="csY208" fmla="*/ 546265 h 863147"/>
              <a:gd name="csX209" fmla="*/ 281476 w 2335908"/>
              <a:gd name="csY209" fmla="*/ 528452 h 863147"/>
              <a:gd name="csX210" fmla="*/ 293352 w 2335908"/>
              <a:gd name="csY210" fmla="*/ 492826 h 863147"/>
              <a:gd name="csX211" fmla="*/ 299289 w 2335908"/>
              <a:gd name="csY211" fmla="*/ 475013 h 863147"/>
              <a:gd name="csX212" fmla="*/ 305227 w 2335908"/>
              <a:gd name="csY212" fmla="*/ 457200 h 863147"/>
              <a:gd name="csX213" fmla="*/ 323040 w 2335908"/>
              <a:gd name="csY213" fmla="*/ 326572 h 863147"/>
              <a:gd name="csX214" fmla="*/ 334915 w 2335908"/>
              <a:gd name="csY214" fmla="*/ 267195 h 863147"/>
              <a:gd name="csX215" fmla="*/ 358666 w 2335908"/>
              <a:gd name="csY215" fmla="*/ 184068 h 863147"/>
              <a:gd name="csX216" fmla="*/ 364604 w 2335908"/>
              <a:gd name="csY216" fmla="*/ 166255 h 863147"/>
              <a:gd name="csX217" fmla="*/ 376479 w 2335908"/>
              <a:gd name="csY217" fmla="*/ 148442 h 863147"/>
              <a:gd name="csX218" fmla="*/ 382417 w 2335908"/>
              <a:gd name="csY218" fmla="*/ 124691 h 863147"/>
              <a:gd name="csX219" fmla="*/ 394292 w 2335908"/>
              <a:gd name="csY219" fmla="*/ 89065 h 863147"/>
              <a:gd name="csX220" fmla="*/ 406167 w 2335908"/>
              <a:gd name="csY220" fmla="*/ 53439 h 863147"/>
              <a:gd name="csX221" fmla="*/ 412105 w 2335908"/>
              <a:gd name="csY221" fmla="*/ 35626 h 863147"/>
              <a:gd name="csX222" fmla="*/ 453669 w 2335908"/>
              <a:gd name="csY222" fmla="*/ 23751 h 863147"/>
              <a:gd name="csX223" fmla="*/ 471482 w 2335908"/>
              <a:gd name="csY223" fmla="*/ 17813 h 863147"/>
              <a:gd name="csX224" fmla="*/ 501170 w 2335908"/>
              <a:gd name="csY224" fmla="*/ 11876 h 863147"/>
              <a:gd name="csX225" fmla="*/ 518983 w 2335908"/>
              <a:gd name="csY225" fmla="*/ 5938 h 863147"/>
              <a:gd name="csX226" fmla="*/ 548671 w 2335908"/>
              <a:gd name="csY226" fmla="*/ 0 h 863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</a:cxnLst>
            <a:rect l="l" t="t" r="r" b="b"/>
            <a:pathLst>
              <a:path w="2335908" h="863147">
                <a:moveTo>
                  <a:pt x="2220000" y="846634"/>
                </a:moveTo>
                <a:cubicBezTo>
                  <a:pt x="2226100" y="845928"/>
                  <a:pt x="2219310" y="846818"/>
                  <a:pt x="2210820" y="847813"/>
                </a:cubicBezTo>
                <a:lnTo>
                  <a:pt x="2208195" y="848059"/>
                </a:lnTo>
                <a:close/>
                <a:moveTo>
                  <a:pt x="20910" y="784927"/>
                </a:moveTo>
                <a:lnTo>
                  <a:pt x="21911" y="793913"/>
                </a:lnTo>
                <a:cubicBezTo>
                  <a:pt x="22407" y="798310"/>
                  <a:pt x="23024" y="803778"/>
                  <a:pt x="23799" y="810753"/>
                </a:cubicBezTo>
                <a:cubicBezTo>
                  <a:pt x="23239" y="813555"/>
                  <a:pt x="23038" y="819035"/>
                  <a:pt x="22657" y="823175"/>
                </a:cubicBezTo>
                <a:lnTo>
                  <a:pt x="22156" y="826222"/>
                </a:lnTo>
                <a:lnTo>
                  <a:pt x="21963" y="825097"/>
                </a:lnTo>
                <a:cubicBezTo>
                  <a:pt x="21174" y="819215"/>
                  <a:pt x="20438" y="811353"/>
                  <a:pt x="20438" y="807391"/>
                </a:cubicBezTo>
                <a:cubicBezTo>
                  <a:pt x="20438" y="798910"/>
                  <a:pt x="20541" y="792264"/>
                  <a:pt x="20775" y="786669"/>
                </a:cubicBezTo>
                <a:close/>
                <a:moveTo>
                  <a:pt x="19166" y="755509"/>
                </a:moveTo>
                <a:lnTo>
                  <a:pt x="19269" y="758278"/>
                </a:lnTo>
                <a:lnTo>
                  <a:pt x="18967" y="759485"/>
                </a:lnTo>
                <a:close/>
                <a:moveTo>
                  <a:pt x="26013" y="731301"/>
                </a:moveTo>
                <a:lnTo>
                  <a:pt x="25565" y="751478"/>
                </a:lnTo>
                <a:lnTo>
                  <a:pt x="23968" y="759438"/>
                </a:lnTo>
                <a:cubicBezTo>
                  <a:pt x="23100" y="763966"/>
                  <a:pt x="22418" y="767976"/>
                  <a:pt x="21895" y="772253"/>
                </a:cubicBezTo>
                <a:lnTo>
                  <a:pt x="20910" y="784927"/>
                </a:lnTo>
                <a:lnTo>
                  <a:pt x="20751" y="783502"/>
                </a:lnTo>
                <a:cubicBezTo>
                  <a:pt x="20174" y="778125"/>
                  <a:pt x="19939" y="775295"/>
                  <a:pt x="19761" y="771531"/>
                </a:cubicBezTo>
                <a:lnTo>
                  <a:pt x="19269" y="758278"/>
                </a:lnTo>
                <a:lnTo>
                  <a:pt x="23799" y="740156"/>
                </a:lnTo>
                <a:close/>
                <a:moveTo>
                  <a:pt x="26392" y="714275"/>
                </a:moveTo>
                <a:lnTo>
                  <a:pt x="26761" y="728310"/>
                </a:lnTo>
                <a:lnTo>
                  <a:pt x="26013" y="731301"/>
                </a:lnTo>
                <a:close/>
                <a:moveTo>
                  <a:pt x="25162" y="667540"/>
                </a:moveTo>
                <a:lnTo>
                  <a:pt x="26093" y="673101"/>
                </a:lnTo>
                <a:cubicBezTo>
                  <a:pt x="26628" y="676360"/>
                  <a:pt x="27020" y="678800"/>
                  <a:pt x="27161" y="679644"/>
                </a:cubicBezTo>
                <a:lnTo>
                  <a:pt x="26392" y="714275"/>
                </a:lnTo>
                <a:close/>
                <a:moveTo>
                  <a:pt x="14755" y="633209"/>
                </a:moveTo>
                <a:lnTo>
                  <a:pt x="17076" y="642665"/>
                </a:lnTo>
                <a:cubicBezTo>
                  <a:pt x="19016" y="671757"/>
                  <a:pt x="19317" y="700936"/>
                  <a:pt x="20438" y="730071"/>
                </a:cubicBezTo>
                <a:lnTo>
                  <a:pt x="19166" y="755509"/>
                </a:lnTo>
                <a:lnTo>
                  <a:pt x="19109" y="753957"/>
                </a:lnTo>
                <a:cubicBezTo>
                  <a:pt x="18757" y="744845"/>
                  <a:pt x="18175" y="731320"/>
                  <a:pt x="17076" y="709900"/>
                </a:cubicBezTo>
                <a:cubicBezTo>
                  <a:pt x="15170" y="672747"/>
                  <a:pt x="12684" y="660561"/>
                  <a:pt x="14139" y="638733"/>
                </a:cubicBezTo>
                <a:lnTo>
                  <a:pt x="14715" y="633572"/>
                </a:lnTo>
                <a:lnTo>
                  <a:pt x="14807" y="633962"/>
                </a:lnTo>
                <a:lnTo>
                  <a:pt x="14716" y="633560"/>
                </a:lnTo>
                <a:close/>
                <a:moveTo>
                  <a:pt x="13875" y="630040"/>
                </a:moveTo>
                <a:lnTo>
                  <a:pt x="14015" y="630472"/>
                </a:lnTo>
                <a:lnTo>
                  <a:pt x="14716" y="633560"/>
                </a:lnTo>
                <a:lnTo>
                  <a:pt x="14715" y="633572"/>
                </a:lnTo>
                <a:close/>
                <a:moveTo>
                  <a:pt x="13227" y="623340"/>
                </a:moveTo>
                <a:lnTo>
                  <a:pt x="15325" y="628101"/>
                </a:lnTo>
                <a:lnTo>
                  <a:pt x="14755" y="633209"/>
                </a:lnTo>
                <a:lnTo>
                  <a:pt x="14301" y="631360"/>
                </a:lnTo>
                <a:lnTo>
                  <a:pt x="14015" y="630472"/>
                </a:lnTo>
                <a:lnTo>
                  <a:pt x="13558" y="628462"/>
                </a:lnTo>
                <a:cubicBezTo>
                  <a:pt x="12927" y="625355"/>
                  <a:pt x="12449" y="622310"/>
                  <a:pt x="13227" y="623340"/>
                </a:cubicBezTo>
                <a:close/>
                <a:moveTo>
                  <a:pt x="267" y="609047"/>
                </a:moveTo>
                <a:cubicBezTo>
                  <a:pt x="267" y="605007"/>
                  <a:pt x="6990" y="613530"/>
                  <a:pt x="10352" y="615771"/>
                </a:cubicBezTo>
                <a:cubicBezTo>
                  <a:pt x="11938" y="622114"/>
                  <a:pt x="13010" y="626467"/>
                  <a:pt x="13707" y="629332"/>
                </a:cubicBezTo>
                <a:lnTo>
                  <a:pt x="13875" y="630040"/>
                </a:lnTo>
                <a:lnTo>
                  <a:pt x="10352" y="619133"/>
                </a:lnTo>
                <a:cubicBezTo>
                  <a:pt x="7715" y="615177"/>
                  <a:pt x="267" y="613801"/>
                  <a:pt x="267" y="609047"/>
                </a:cubicBezTo>
                <a:close/>
                <a:moveTo>
                  <a:pt x="20438" y="602324"/>
                </a:moveTo>
                <a:lnTo>
                  <a:pt x="23313" y="609387"/>
                </a:lnTo>
                <a:lnTo>
                  <a:pt x="23799" y="615771"/>
                </a:lnTo>
                <a:lnTo>
                  <a:pt x="25162" y="667540"/>
                </a:lnTo>
                <a:lnTo>
                  <a:pt x="24175" y="661647"/>
                </a:lnTo>
                <a:cubicBezTo>
                  <a:pt x="22760" y="653411"/>
                  <a:pt x="21220" y="645010"/>
                  <a:pt x="20438" y="642665"/>
                </a:cubicBezTo>
                <a:cubicBezTo>
                  <a:pt x="18240" y="636070"/>
                  <a:pt x="16632" y="631496"/>
                  <a:pt x="15476" y="628443"/>
                </a:cubicBezTo>
                <a:lnTo>
                  <a:pt x="15325" y="628101"/>
                </a:lnTo>
                <a:lnTo>
                  <a:pt x="17076" y="612409"/>
                </a:lnTo>
                <a:cubicBezTo>
                  <a:pt x="17577" y="608901"/>
                  <a:pt x="19317" y="605686"/>
                  <a:pt x="20438" y="602324"/>
                </a:cubicBezTo>
                <a:close/>
                <a:moveTo>
                  <a:pt x="2323954" y="516466"/>
                </a:moveTo>
                <a:lnTo>
                  <a:pt x="2324032" y="516577"/>
                </a:lnTo>
                <a:lnTo>
                  <a:pt x="2324009" y="516646"/>
                </a:lnTo>
                <a:close/>
                <a:moveTo>
                  <a:pt x="2298622" y="480590"/>
                </a:moveTo>
                <a:cubicBezTo>
                  <a:pt x="2297487" y="478651"/>
                  <a:pt x="2297759" y="478428"/>
                  <a:pt x="2300282" y="480951"/>
                </a:cubicBezTo>
                <a:lnTo>
                  <a:pt x="2318095" y="498764"/>
                </a:lnTo>
                <a:cubicBezTo>
                  <a:pt x="2320368" y="505583"/>
                  <a:pt x="2322074" y="510621"/>
                  <a:pt x="2323343" y="514469"/>
                </a:cubicBezTo>
                <a:lnTo>
                  <a:pt x="2323954" y="516466"/>
                </a:lnTo>
                <a:lnTo>
                  <a:pt x="2315562" y="504581"/>
                </a:lnTo>
                <a:cubicBezTo>
                  <a:pt x="2308790" y="495211"/>
                  <a:pt x="2300892" y="484468"/>
                  <a:pt x="2298622" y="480590"/>
                </a:cubicBezTo>
                <a:close/>
                <a:moveTo>
                  <a:pt x="548671" y="0"/>
                </a:moveTo>
                <a:cubicBezTo>
                  <a:pt x="578359" y="1979"/>
                  <a:pt x="608961" y="-1634"/>
                  <a:pt x="637736" y="5938"/>
                </a:cubicBezTo>
                <a:cubicBezTo>
                  <a:pt x="652221" y="9750"/>
                  <a:pt x="664398" y="36298"/>
                  <a:pt x="673362" y="47502"/>
                </a:cubicBezTo>
                <a:cubicBezTo>
                  <a:pt x="676859" y="51873"/>
                  <a:pt x="681279" y="55419"/>
                  <a:pt x="685238" y="59377"/>
                </a:cubicBezTo>
                <a:cubicBezTo>
                  <a:pt x="702056" y="109838"/>
                  <a:pt x="678600" y="48313"/>
                  <a:pt x="703051" y="89065"/>
                </a:cubicBezTo>
                <a:cubicBezTo>
                  <a:pt x="706271" y="94432"/>
                  <a:pt x="705768" y="101511"/>
                  <a:pt x="708988" y="106878"/>
                </a:cubicBezTo>
                <a:cubicBezTo>
                  <a:pt x="711868" y="111679"/>
                  <a:pt x="717367" y="114382"/>
                  <a:pt x="720864" y="118754"/>
                </a:cubicBezTo>
                <a:cubicBezTo>
                  <a:pt x="725322" y="124326"/>
                  <a:pt x="727368" y="131868"/>
                  <a:pt x="732739" y="136567"/>
                </a:cubicBezTo>
                <a:cubicBezTo>
                  <a:pt x="743480" y="145965"/>
                  <a:pt x="758273" y="150225"/>
                  <a:pt x="768365" y="160317"/>
                </a:cubicBezTo>
                <a:cubicBezTo>
                  <a:pt x="790332" y="182285"/>
                  <a:pt x="775582" y="169088"/>
                  <a:pt x="815866" y="195943"/>
                </a:cubicBezTo>
                <a:lnTo>
                  <a:pt x="833679" y="207818"/>
                </a:lnTo>
                <a:cubicBezTo>
                  <a:pt x="839617" y="211777"/>
                  <a:pt x="844722" y="217438"/>
                  <a:pt x="851492" y="219694"/>
                </a:cubicBezTo>
                <a:lnTo>
                  <a:pt x="869305" y="225631"/>
                </a:lnTo>
                <a:cubicBezTo>
                  <a:pt x="873263" y="229590"/>
                  <a:pt x="876173" y="235003"/>
                  <a:pt x="881180" y="237507"/>
                </a:cubicBezTo>
                <a:cubicBezTo>
                  <a:pt x="892376" y="243105"/>
                  <a:pt x="916806" y="249382"/>
                  <a:pt x="916806" y="249382"/>
                </a:cubicBezTo>
                <a:cubicBezTo>
                  <a:pt x="940003" y="272577"/>
                  <a:pt x="915663" y="251779"/>
                  <a:pt x="946495" y="267195"/>
                </a:cubicBezTo>
                <a:cubicBezTo>
                  <a:pt x="959447" y="273671"/>
                  <a:pt x="964659" y="276863"/>
                  <a:pt x="966157" y="278299"/>
                </a:cubicBezTo>
                <a:lnTo>
                  <a:pt x="964778" y="278597"/>
                </a:lnTo>
                <a:lnTo>
                  <a:pt x="962785" y="278048"/>
                </a:lnTo>
                <a:cubicBezTo>
                  <a:pt x="960040" y="277533"/>
                  <a:pt x="961632" y="278314"/>
                  <a:pt x="963536" y="278864"/>
                </a:cubicBezTo>
                <a:lnTo>
                  <a:pt x="964778" y="278597"/>
                </a:lnTo>
                <a:lnTo>
                  <a:pt x="988058" y="285008"/>
                </a:lnTo>
                <a:cubicBezTo>
                  <a:pt x="1000048" y="288605"/>
                  <a:pt x="1023684" y="296883"/>
                  <a:pt x="1023684" y="296883"/>
                </a:cubicBezTo>
                <a:cubicBezTo>
                  <a:pt x="1029622" y="300842"/>
                  <a:pt x="1034976" y="305861"/>
                  <a:pt x="1041497" y="308759"/>
                </a:cubicBezTo>
                <a:cubicBezTo>
                  <a:pt x="1052936" y="313843"/>
                  <a:pt x="1065248" y="316676"/>
                  <a:pt x="1077123" y="320634"/>
                </a:cubicBezTo>
                <a:cubicBezTo>
                  <a:pt x="1083061" y="322613"/>
                  <a:pt x="1089338" y="323773"/>
                  <a:pt x="1094936" y="326572"/>
                </a:cubicBezTo>
                <a:cubicBezTo>
                  <a:pt x="1102853" y="330530"/>
                  <a:pt x="1110551" y="334960"/>
                  <a:pt x="1118687" y="338447"/>
                </a:cubicBezTo>
                <a:cubicBezTo>
                  <a:pt x="1124440" y="340912"/>
                  <a:pt x="1131029" y="341345"/>
                  <a:pt x="1136500" y="344385"/>
                </a:cubicBezTo>
                <a:cubicBezTo>
                  <a:pt x="1148976" y="351316"/>
                  <a:pt x="1158586" y="363621"/>
                  <a:pt x="1172126" y="368135"/>
                </a:cubicBezTo>
                <a:cubicBezTo>
                  <a:pt x="1184001" y="372094"/>
                  <a:pt x="1197336" y="373068"/>
                  <a:pt x="1207752" y="380011"/>
                </a:cubicBezTo>
                <a:cubicBezTo>
                  <a:pt x="1213690" y="383969"/>
                  <a:pt x="1219182" y="388695"/>
                  <a:pt x="1225565" y="391886"/>
                </a:cubicBezTo>
                <a:cubicBezTo>
                  <a:pt x="1231163" y="394685"/>
                  <a:pt x="1237907" y="394784"/>
                  <a:pt x="1243378" y="397824"/>
                </a:cubicBezTo>
                <a:cubicBezTo>
                  <a:pt x="1255854" y="404755"/>
                  <a:pt x="1279004" y="421574"/>
                  <a:pt x="1279004" y="421574"/>
                </a:cubicBezTo>
                <a:cubicBezTo>
                  <a:pt x="1302353" y="413791"/>
                  <a:pt x="1315073" y="413023"/>
                  <a:pt x="1332443" y="397824"/>
                </a:cubicBezTo>
                <a:cubicBezTo>
                  <a:pt x="1342975" y="388608"/>
                  <a:pt x="1352235" y="378031"/>
                  <a:pt x="1362131" y="368135"/>
                </a:cubicBezTo>
                <a:cubicBezTo>
                  <a:pt x="1368069" y="362197"/>
                  <a:pt x="1375286" y="357309"/>
                  <a:pt x="1379944" y="350322"/>
                </a:cubicBezTo>
                <a:cubicBezTo>
                  <a:pt x="1394924" y="327851"/>
                  <a:pt x="1386773" y="337555"/>
                  <a:pt x="1403695" y="320634"/>
                </a:cubicBezTo>
                <a:cubicBezTo>
                  <a:pt x="1405674" y="314696"/>
                  <a:pt x="1405994" y="307914"/>
                  <a:pt x="1409632" y="302821"/>
                </a:cubicBezTo>
                <a:cubicBezTo>
                  <a:pt x="1416140" y="293710"/>
                  <a:pt x="1427173" y="288386"/>
                  <a:pt x="1433383" y="279070"/>
                </a:cubicBezTo>
                <a:cubicBezTo>
                  <a:pt x="1437341" y="273132"/>
                  <a:pt x="1440800" y="266829"/>
                  <a:pt x="1445258" y="261257"/>
                </a:cubicBezTo>
                <a:cubicBezTo>
                  <a:pt x="1448755" y="256886"/>
                  <a:pt x="1453775" y="253861"/>
                  <a:pt x="1457134" y="249382"/>
                </a:cubicBezTo>
                <a:cubicBezTo>
                  <a:pt x="1497418" y="195670"/>
                  <a:pt x="1465524" y="229114"/>
                  <a:pt x="1492760" y="201881"/>
                </a:cubicBezTo>
                <a:cubicBezTo>
                  <a:pt x="1493458" y="199785"/>
                  <a:pt x="1500540" y="169685"/>
                  <a:pt x="1510573" y="172193"/>
                </a:cubicBezTo>
                <a:cubicBezTo>
                  <a:pt x="1517496" y="173924"/>
                  <a:pt x="1519257" y="183623"/>
                  <a:pt x="1522448" y="190006"/>
                </a:cubicBezTo>
                <a:cubicBezTo>
                  <a:pt x="1537380" y="219869"/>
                  <a:pt x="1514698" y="206006"/>
                  <a:pt x="1552136" y="243444"/>
                </a:cubicBezTo>
                <a:cubicBezTo>
                  <a:pt x="1586687" y="277995"/>
                  <a:pt x="1538435" y="228191"/>
                  <a:pt x="1575887" y="273133"/>
                </a:cubicBezTo>
                <a:cubicBezTo>
                  <a:pt x="1581263" y="279584"/>
                  <a:pt x="1588324" y="284495"/>
                  <a:pt x="1593700" y="290946"/>
                </a:cubicBezTo>
                <a:cubicBezTo>
                  <a:pt x="1598268" y="296428"/>
                  <a:pt x="1601117" y="303187"/>
                  <a:pt x="1605575" y="308759"/>
                </a:cubicBezTo>
                <a:cubicBezTo>
                  <a:pt x="1609072" y="313130"/>
                  <a:pt x="1613954" y="316263"/>
                  <a:pt x="1617451" y="320634"/>
                </a:cubicBezTo>
                <a:cubicBezTo>
                  <a:pt x="1673487" y="390677"/>
                  <a:pt x="1591382" y="290436"/>
                  <a:pt x="1635264" y="356260"/>
                </a:cubicBezTo>
                <a:cubicBezTo>
                  <a:pt x="1639922" y="363247"/>
                  <a:pt x="1647700" y="367622"/>
                  <a:pt x="1653076" y="374073"/>
                </a:cubicBezTo>
                <a:cubicBezTo>
                  <a:pt x="1657645" y="379555"/>
                  <a:pt x="1660383" y="386404"/>
                  <a:pt x="1664952" y="391886"/>
                </a:cubicBezTo>
                <a:cubicBezTo>
                  <a:pt x="1670328" y="398337"/>
                  <a:pt x="1677610" y="403071"/>
                  <a:pt x="1682765" y="409699"/>
                </a:cubicBezTo>
                <a:cubicBezTo>
                  <a:pt x="1691527" y="420965"/>
                  <a:pt x="1706515" y="445325"/>
                  <a:pt x="1706515" y="445325"/>
                </a:cubicBezTo>
                <a:cubicBezTo>
                  <a:pt x="1710946" y="444217"/>
                  <a:pt x="1741998" y="437099"/>
                  <a:pt x="1748079" y="433450"/>
                </a:cubicBezTo>
                <a:cubicBezTo>
                  <a:pt x="1752879" y="430570"/>
                  <a:pt x="1756595" y="426053"/>
                  <a:pt x="1759954" y="421574"/>
                </a:cubicBezTo>
                <a:cubicBezTo>
                  <a:pt x="1768517" y="410156"/>
                  <a:pt x="1771830" y="393865"/>
                  <a:pt x="1783705" y="385948"/>
                </a:cubicBezTo>
                <a:cubicBezTo>
                  <a:pt x="1795580" y="378031"/>
                  <a:pt x="1805485" y="365660"/>
                  <a:pt x="1819331" y="362198"/>
                </a:cubicBezTo>
                <a:lnTo>
                  <a:pt x="1866832" y="350322"/>
                </a:lnTo>
                <a:cubicBezTo>
                  <a:pt x="1902458" y="352301"/>
                  <a:pt x="1938264" y="352170"/>
                  <a:pt x="1973710" y="356260"/>
                </a:cubicBezTo>
                <a:cubicBezTo>
                  <a:pt x="1989924" y="358131"/>
                  <a:pt x="2005378" y="364177"/>
                  <a:pt x="2021212" y="368135"/>
                </a:cubicBezTo>
                <a:cubicBezTo>
                  <a:pt x="2029129" y="370114"/>
                  <a:pt x="2036812" y="373665"/>
                  <a:pt x="2044962" y="374073"/>
                </a:cubicBezTo>
                <a:lnTo>
                  <a:pt x="2163715" y="380011"/>
                </a:lnTo>
                <a:lnTo>
                  <a:pt x="2199341" y="391886"/>
                </a:lnTo>
                <a:cubicBezTo>
                  <a:pt x="2205279" y="393865"/>
                  <a:pt x="2211946" y="394352"/>
                  <a:pt x="2217154" y="397824"/>
                </a:cubicBezTo>
                <a:cubicBezTo>
                  <a:pt x="2230378" y="406640"/>
                  <a:pt x="2237175" y="409489"/>
                  <a:pt x="2246843" y="421574"/>
                </a:cubicBezTo>
                <a:cubicBezTo>
                  <a:pt x="2251301" y="427146"/>
                  <a:pt x="2255820" y="432866"/>
                  <a:pt x="2258718" y="439387"/>
                </a:cubicBezTo>
                <a:cubicBezTo>
                  <a:pt x="2263802" y="450826"/>
                  <a:pt x="2260178" y="468069"/>
                  <a:pt x="2270593" y="475013"/>
                </a:cubicBezTo>
                <a:lnTo>
                  <a:pt x="2288406" y="486889"/>
                </a:lnTo>
                <a:cubicBezTo>
                  <a:pt x="2296323" y="498764"/>
                  <a:pt x="2307644" y="508975"/>
                  <a:pt x="2312157" y="522515"/>
                </a:cubicBezTo>
                <a:lnTo>
                  <a:pt x="2317237" y="537756"/>
                </a:lnTo>
                <a:lnTo>
                  <a:pt x="2314611" y="547740"/>
                </a:lnTo>
                <a:cubicBezTo>
                  <a:pt x="2312804" y="557098"/>
                  <a:pt x="2312157" y="567944"/>
                  <a:pt x="2312157" y="587829"/>
                </a:cubicBezTo>
                <a:cubicBezTo>
                  <a:pt x="2312157" y="594088"/>
                  <a:pt x="2315771" y="611453"/>
                  <a:pt x="2318095" y="605642"/>
                </a:cubicBezTo>
                <a:cubicBezTo>
                  <a:pt x="2324021" y="590826"/>
                  <a:pt x="2322053" y="573975"/>
                  <a:pt x="2324032" y="558141"/>
                </a:cubicBezTo>
                <a:lnTo>
                  <a:pt x="2317237" y="537756"/>
                </a:lnTo>
                <a:lnTo>
                  <a:pt x="2318258" y="533875"/>
                </a:lnTo>
                <a:lnTo>
                  <a:pt x="2324009" y="516646"/>
                </a:lnTo>
                <a:lnTo>
                  <a:pt x="2325965" y="523034"/>
                </a:lnTo>
                <a:cubicBezTo>
                  <a:pt x="2329100" y="535394"/>
                  <a:pt x="2321131" y="526233"/>
                  <a:pt x="2329970" y="623455"/>
                </a:cubicBezTo>
                <a:cubicBezTo>
                  <a:pt x="2330709" y="631582"/>
                  <a:pt x="2333929" y="639289"/>
                  <a:pt x="2335908" y="647206"/>
                </a:cubicBezTo>
                <a:cubicBezTo>
                  <a:pt x="2333929" y="706582"/>
                  <a:pt x="2337573" y="766414"/>
                  <a:pt x="2329970" y="825335"/>
                </a:cubicBezTo>
                <a:cubicBezTo>
                  <a:pt x="2329169" y="831542"/>
                  <a:pt x="2318267" y="829915"/>
                  <a:pt x="2312157" y="831273"/>
                </a:cubicBezTo>
                <a:cubicBezTo>
                  <a:pt x="2300405" y="833885"/>
                  <a:pt x="2288449" y="835508"/>
                  <a:pt x="2276531" y="837211"/>
                </a:cubicBezTo>
                <a:cubicBezTo>
                  <a:pt x="2260735" y="839468"/>
                  <a:pt x="2244801" y="840722"/>
                  <a:pt x="2229030" y="843148"/>
                </a:cubicBezTo>
                <a:cubicBezTo>
                  <a:pt x="2199549" y="847684"/>
                  <a:pt x="2190752" y="849348"/>
                  <a:pt x="2191448" y="849629"/>
                </a:cubicBezTo>
                <a:lnTo>
                  <a:pt x="2208195" y="848059"/>
                </a:lnTo>
                <a:lnTo>
                  <a:pt x="2199785" y="849075"/>
                </a:lnTo>
                <a:cubicBezTo>
                  <a:pt x="2188891" y="850411"/>
                  <a:pt x="2173376" y="852332"/>
                  <a:pt x="2151840" y="855024"/>
                </a:cubicBezTo>
                <a:lnTo>
                  <a:pt x="1320567" y="849086"/>
                </a:lnTo>
                <a:cubicBezTo>
                  <a:pt x="1226066" y="847843"/>
                  <a:pt x="1231084" y="844939"/>
                  <a:pt x="1252884" y="842768"/>
                </a:cubicBezTo>
                <a:lnTo>
                  <a:pt x="1259896" y="842238"/>
                </a:lnTo>
                <a:lnTo>
                  <a:pt x="1285892" y="840842"/>
                </a:lnTo>
                <a:cubicBezTo>
                  <a:pt x="1304141" y="839719"/>
                  <a:pt x="1293077" y="839984"/>
                  <a:pt x="1277214" y="840929"/>
                </a:cubicBezTo>
                <a:lnTo>
                  <a:pt x="1259896" y="842238"/>
                </a:lnTo>
                <a:lnTo>
                  <a:pt x="1233468" y="843657"/>
                </a:lnTo>
                <a:cubicBezTo>
                  <a:pt x="1206622" y="845002"/>
                  <a:pt x="1169383" y="846782"/>
                  <a:pt x="1118687" y="849086"/>
                </a:cubicBezTo>
                <a:cubicBezTo>
                  <a:pt x="946385" y="866317"/>
                  <a:pt x="1142474" y="849086"/>
                  <a:pt x="756489" y="849086"/>
                </a:cubicBezTo>
                <a:cubicBezTo>
                  <a:pt x="639698" y="849086"/>
                  <a:pt x="522941" y="853045"/>
                  <a:pt x="406167" y="855024"/>
                </a:cubicBezTo>
                <a:cubicBezTo>
                  <a:pt x="374500" y="853045"/>
                  <a:pt x="342785" y="851721"/>
                  <a:pt x="311165" y="849086"/>
                </a:cubicBezTo>
                <a:cubicBezTo>
                  <a:pt x="234021" y="842657"/>
                  <a:pt x="246840" y="883722"/>
                  <a:pt x="233975" y="849086"/>
                </a:cubicBezTo>
                <a:lnTo>
                  <a:pt x="232075" y="840515"/>
                </a:lnTo>
                <a:lnTo>
                  <a:pt x="205508" y="838606"/>
                </a:lnTo>
                <a:cubicBezTo>
                  <a:pt x="154232" y="834892"/>
                  <a:pt x="269335" y="843070"/>
                  <a:pt x="111205" y="834286"/>
                </a:cubicBezTo>
                <a:cubicBezTo>
                  <a:pt x="22203" y="829342"/>
                  <a:pt x="23800" y="839889"/>
                  <a:pt x="6991" y="834286"/>
                </a:cubicBezTo>
                <a:cubicBezTo>
                  <a:pt x="-9818" y="828683"/>
                  <a:pt x="8759" y="811817"/>
                  <a:pt x="10352" y="800668"/>
                </a:cubicBezTo>
                <a:cubicBezTo>
                  <a:pt x="11005" y="796094"/>
                  <a:pt x="12808" y="791752"/>
                  <a:pt x="13714" y="787221"/>
                </a:cubicBezTo>
                <a:cubicBezTo>
                  <a:pt x="15051" y="780537"/>
                  <a:pt x="15648" y="773715"/>
                  <a:pt x="17076" y="767050"/>
                </a:cubicBezTo>
                <a:lnTo>
                  <a:pt x="18967" y="759485"/>
                </a:lnTo>
                <a:lnTo>
                  <a:pt x="17076" y="797306"/>
                </a:lnTo>
                <a:cubicBezTo>
                  <a:pt x="17076" y="807453"/>
                  <a:pt x="15900" y="818486"/>
                  <a:pt x="20438" y="827562"/>
                </a:cubicBezTo>
                <a:cubicBezTo>
                  <a:pt x="21077" y="828840"/>
                  <a:pt x="21536" y="828778"/>
                  <a:pt x="21884" y="827880"/>
                </a:cubicBezTo>
                <a:lnTo>
                  <a:pt x="22156" y="826222"/>
                </a:lnTo>
                <a:lnTo>
                  <a:pt x="23098" y="831700"/>
                </a:lnTo>
                <a:cubicBezTo>
                  <a:pt x="23433" y="832916"/>
                  <a:pt x="23695" y="832902"/>
                  <a:pt x="23799" y="830924"/>
                </a:cubicBezTo>
                <a:lnTo>
                  <a:pt x="25565" y="751478"/>
                </a:lnTo>
                <a:lnTo>
                  <a:pt x="27161" y="743518"/>
                </a:lnTo>
                <a:lnTo>
                  <a:pt x="26761" y="728310"/>
                </a:lnTo>
                <a:lnTo>
                  <a:pt x="27161" y="726709"/>
                </a:lnTo>
                <a:cubicBezTo>
                  <a:pt x="30636" y="681542"/>
                  <a:pt x="33320" y="671769"/>
                  <a:pt x="27161" y="622494"/>
                </a:cubicBezTo>
                <a:cubicBezTo>
                  <a:pt x="26722" y="618978"/>
                  <a:pt x="25041" y="613936"/>
                  <a:pt x="23470" y="609772"/>
                </a:cubicBezTo>
                <a:lnTo>
                  <a:pt x="23313" y="609387"/>
                </a:lnTo>
                <a:lnTo>
                  <a:pt x="22872" y="603592"/>
                </a:lnTo>
                <a:cubicBezTo>
                  <a:pt x="20439" y="584675"/>
                  <a:pt x="16699" y="625141"/>
                  <a:pt x="23799" y="575430"/>
                </a:cubicBezTo>
                <a:cubicBezTo>
                  <a:pt x="86931" y="580690"/>
                  <a:pt x="70427" y="580920"/>
                  <a:pt x="158270" y="575430"/>
                </a:cubicBezTo>
                <a:cubicBezTo>
                  <a:pt x="162881" y="575142"/>
                  <a:pt x="167186" y="572974"/>
                  <a:pt x="171717" y="572068"/>
                </a:cubicBezTo>
                <a:cubicBezTo>
                  <a:pt x="178401" y="570731"/>
                  <a:pt x="185164" y="569827"/>
                  <a:pt x="191888" y="568706"/>
                </a:cubicBezTo>
                <a:cubicBezTo>
                  <a:pt x="195250" y="567585"/>
                  <a:pt x="198429" y="565344"/>
                  <a:pt x="201973" y="565344"/>
                </a:cubicBezTo>
                <a:cubicBezTo>
                  <a:pt x="218340" y="565344"/>
                  <a:pt x="231234" y="566332"/>
                  <a:pt x="241263" y="568475"/>
                </a:cubicBezTo>
                <a:lnTo>
                  <a:pt x="253633" y="574109"/>
                </a:lnTo>
                <a:lnTo>
                  <a:pt x="263664" y="564078"/>
                </a:lnTo>
                <a:cubicBezTo>
                  <a:pt x="265643" y="558140"/>
                  <a:pt x="266802" y="551863"/>
                  <a:pt x="269601" y="546265"/>
                </a:cubicBezTo>
                <a:cubicBezTo>
                  <a:pt x="272792" y="539882"/>
                  <a:pt x="278578" y="534973"/>
                  <a:pt x="281476" y="528452"/>
                </a:cubicBezTo>
                <a:cubicBezTo>
                  <a:pt x="286560" y="517013"/>
                  <a:pt x="289394" y="504701"/>
                  <a:pt x="293352" y="492826"/>
                </a:cubicBezTo>
                <a:lnTo>
                  <a:pt x="299289" y="475013"/>
                </a:lnTo>
                <a:lnTo>
                  <a:pt x="305227" y="457200"/>
                </a:lnTo>
                <a:cubicBezTo>
                  <a:pt x="311058" y="398890"/>
                  <a:pt x="310925" y="387151"/>
                  <a:pt x="323040" y="326572"/>
                </a:cubicBezTo>
                <a:cubicBezTo>
                  <a:pt x="326998" y="306780"/>
                  <a:pt x="330019" y="286777"/>
                  <a:pt x="334915" y="267195"/>
                </a:cubicBezTo>
                <a:cubicBezTo>
                  <a:pt x="349825" y="207558"/>
                  <a:pt x="341631" y="235172"/>
                  <a:pt x="358666" y="184068"/>
                </a:cubicBezTo>
                <a:cubicBezTo>
                  <a:pt x="360645" y="178130"/>
                  <a:pt x="361132" y="171463"/>
                  <a:pt x="364604" y="166255"/>
                </a:cubicBezTo>
                <a:lnTo>
                  <a:pt x="376479" y="148442"/>
                </a:lnTo>
                <a:cubicBezTo>
                  <a:pt x="378458" y="140525"/>
                  <a:pt x="380072" y="132508"/>
                  <a:pt x="382417" y="124691"/>
                </a:cubicBezTo>
                <a:cubicBezTo>
                  <a:pt x="386014" y="112701"/>
                  <a:pt x="390334" y="100940"/>
                  <a:pt x="394292" y="89065"/>
                </a:cubicBezTo>
                <a:lnTo>
                  <a:pt x="406167" y="53439"/>
                </a:lnTo>
                <a:cubicBezTo>
                  <a:pt x="408146" y="47501"/>
                  <a:pt x="406167" y="37605"/>
                  <a:pt x="412105" y="35626"/>
                </a:cubicBezTo>
                <a:cubicBezTo>
                  <a:pt x="454834" y="21384"/>
                  <a:pt x="401453" y="38671"/>
                  <a:pt x="453669" y="23751"/>
                </a:cubicBezTo>
                <a:cubicBezTo>
                  <a:pt x="459687" y="22031"/>
                  <a:pt x="465410" y="19331"/>
                  <a:pt x="471482" y="17813"/>
                </a:cubicBezTo>
                <a:cubicBezTo>
                  <a:pt x="481273" y="15365"/>
                  <a:pt x="491379" y="14324"/>
                  <a:pt x="501170" y="11876"/>
                </a:cubicBezTo>
                <a:cubicBezTo>
                  <a:pt x="507242" y="10358"/>
                  <a:pt x="512911" y="7456"/>
                  <a:pt x="518983" y="5938"/>
                </a:cubicBezTo>
                <a:cubicBezTo>
                  <a:pt x="528774" y="3490"/>
                  <a:pt x="538775" y="1979"/>
                  <a:pt x="548671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01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87F75-2346-B633-BA3C-E1719403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51E4BAA-ADFC-F163-E100-8CF6F6C6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222" y="-1270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Profit Opportunities in LA Lanes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E68BA99-8A6C-AC89-C977-FCE33E08E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6800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of a graph showing the number of the number of years&#10;&#10;AI-generated content may be incorrect.">
            <a:extLst>
              <a:ext uri="{FF2B5EF4-FFF2-40B4-BE49-F238E27FC236}">
                <a16:creationId xmlns:a16="http://schemas.microsoft.com/office/drawing/2014/main" id="{EAA0D4D1-DB33-411E-0A56-5BA57421F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60735" y="-369651"/>
            <a:ext cx="14416785" cy="72276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BE9CEE-BFDA-E31B-C130-EE139685EDD5}"/>
              </a:ext>
            </a:extLst>
          </p:cNvPr>
          <p:cNvSpPr txBox="1"/>
          <p:nvPr/>
        </p:nvSpPr>
        <p:spPr>
          <a:xfrm>
            <a:off x="3303565" y="3036492"/>
            <a:ext cx="119468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292</a:t>
            </a:r>
          </a:p>
          <a:p>
            <a:pPr algn="ctr"/>
            <a:r>
              <a:rPr lang="en-US" dirty="0"/>
              <a:t>Profitable </a:t>
            </a:r>
          </a:p>
          <a:p>
            <a:pPr algn="ctr"/>
            <a:r>
              <a:rPr lang="en-US" dirty="0"/>
              <a:t>days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35D0815-EE94-CD91-3A4B-4DE02A444448}"/>
              </a:ext>
            </a:extLst>
          </p:cNvPr>
          <p:cNvSpPr/>
          <p:nvPr/>
        </p:nvSpPr>
        <p:spPr>
          <a:xfrm>
            <a:off x="2699230" y="4144488"/>
            <a:ext cx="2335908" cy="863147"/>
          </a:xfrm>
          <a:custGeom>
            <a:avLst/>
            <a:gdLst>
              <a:gd name="csX0" fmla="*/ 2220000 w 2335908"/>
              <a:gd name="csY0" fmla="*/ 846634 h 863147"/>
              <a:gd name="csX1" fmla="*/ 2210820 w 2335908"/>
              <a:gd name="csY1" fmla="*/ 847813 h 863147"/>
              <a:gd name="csX2" fmla="*/ 2208195 w 2335908"/>
              <a:gd name="csY2" fmla="*/ 848059 h 863147"/>
              <a:gd name="csX3" fmla="*/ 20910 w 2335908"/>
              <a:gd name="csY3" fmla="*/ 784927 h 863147"/>
              <a:gd name="csX4" fmla="*/ 21911 w 2335908"/>
              <a:gd name="csY4" fmla="*/ 793913 h 863147"/>
              <a:gd name="csX5" fmla="*/ 23799 w 2335908"/>
              <a:gd name="csY5" fmla="*/ 810753 h 863147"/>
              <a:gd name="csX6" fmla="*/ 22657 w 2335908"/>
              <a:gd name="csY6" fmla="*/ 823175 h 863147"/>
              <a:gd name="csX7" fmla="*/ 22156 w 2335908"/>
              <a:gd name="csY7" fmla="*/ 826222 h 863147"/>
              <a:gd name="csX8" fmla="*/ 21963 w 2335908"/>
              <a:gd name="csY8" fmla="*/ 825097 h 863147"/>
              <a:gd name="csX9" fmla="*/ 20438 w 2335908"/>
              <a:gd name="csY9" fmla="*/ 807391 h 863147"/>
              <a:gd name="csX10" fmla="*/ 20775 w 2335908"/>
              <a:gd name="csY10" fmla="*/ 786669 h 863147"/>
              <a:gd name="csX11" fmla="*/ 19166 w 2335908"/>
              <a:gd name="csY11" fmla="*/ 755509 h 863147"/>
              <a:gd name="csX12" fmla="*/ 19269 w 2335908"/>
              <a:gd name="csY12" fmla="*/ 758278 h 863147"/>
              <a:gd name="csX13" fmla="*/ 18967 w 2335908"/>
              <a:gd name="csY13" fmla="*/ 759485 h 863147"/>
              <a:gd name="csX14" fmla="*/ 26013 w 2335908"/>
              <a:gd name="csY14" fmla="*/ 731301 h 863147"/>
              <a:gd name="csX15" fmla="*/ 25565 w 2335908"/>
              <a:gd name="csY15" fmla="*/ 751478 h 863147"/>
              <a:gd name="csX16" fmla="*/ 23968 w 2335908"/>
              <a:gd name="csY16" fmla="*/ 759438 h 863147"/>
              <a:gd name="csX17" fmla="*/ 21895 w 2335908"/>
              <a:gd name="csY17" fmla="*/ 772253 h 863147"/>
              <a:gd name="csX18" fmla="*/ 20910 w 2335908"/>
              <a:gd name="csY18" fmla="*/ 784927 h 863147"/>
              <a:gd name="csX19" fmla="*/ 20751 w 2335908"/>
              <a:gd name="csY19" fmla="*/ 783502 h 863147"/>
              <a:gd name="csX20" fmla="*/ 19761 w 2335908"/>
              <a:gd name="csY20" fmla="*/ 771531 h 863147"/>
              <a:gd name="csX21" fmla="*/ 19269 w 2335908"/>
              <a:gd name="csY21" fmla="*/ 758278 h 863147"/>
              <a:gd name="csX22" fmla="*/ 23799 w 2335908"/>
              <a:gd name="csY22" fmla="*/ 740156 h 863147"/>
              <a:gd name="csX23" fmla="*/ 26392 w 2335908"/>
              <a:gd name="csY23" fmla="*/ 714275 h 863147"/>
              <a:gd name="csX24" fmla="*/ 26761 w 2335908"/>
              <a:gd name="csY24" fmla="*/ 728310 h 863147"/>
              <a:gd name="csX25" fmla="*/ 26013 w 2335908"/>
              <a:gd name="csY25" fmla="*/ 731301 h 863147"/>
              <a:gd name="csX26" fmla="*/ 25162 w 2335908"/>
              <a:gd name="csY26" fmla="*/ 667540 h 863147"/>
              <a:gd name="csX27" fmla="*/ 26093 w 2335908"/>
              <a:gd name="csY27" fmla="*/ 673101 h 863147"/>
              <a:gd name="csX28" fmla="*/ 27161 w 2335908"/>
              <a:gd name="csY28" fmla="*/ 679644 h 863147"/>
              <a:gd name="csX29" fmla="*/ 26392 w 2335908"/>
              <a:gd name="csY29" fmla="*/ 714275 h 863147"/>
              <a:gd name="csX30" fmla="*/ 14755 w 2335908"/>
              <a:gd name="csY30" fmla="*/ 633209 h 863147"/>
              <a:gd name="csX31" fmla="*/ 17076 w 2335908"/>
              <a:gd name="csY31" fmla="*/ 642665 h 863147"/>
              <a:gd name="csX32" fmla="*/ 20438 w 2335908"/>
              <a:gd name="csY32" fmla="*/ 730071 h 863147"/>
              <a:gd name="csX33" fmla="*/ 19166 w 2335908"/>
              <a:gd name="csY33" fmla="*/ 755509 h 863147"/>
              <a:gd name="csX34" fmla="*/ 19109 w 2335908"/>
              <a:gd name="csY34" fmla="*/ 753957 h 863147"/>
              <a:gd name="csX35" fmla="*/ 17076 w 2335908"/>
              <a:gd name="csY35" fmla="*/ 709900 h 863147"/>
              <a:gd name="csX36" fmla="*/ 14139 w 2335908"/>
              <a:gd name="csY36" fmla="*/ 638733 h 863147"/>
              <a:gd name="csX37" fmla="*/ 14715 w 2335908"/>
              <a:gd name="csY37" fmla="*/ 633572 h 863147"/>
              <a:gd name="csX38" fmla="*/ 14807 w 2335908"/>
              <a:gd name="csY38" fmla="*/ 633962 h 863147"/>
              <a:gd name="csX39" fmla="*/ 14716 w 2335908"/>
              <a:gd name="csY39" fmla="*/ 633560 h 863147"/>
              <a:gd name="csX40" fmla="*/ 13875 w 2335908"/>
              <a:gd name="csY40" fmla="*/ 630040 h 863147"/>
              <a:gd name="csX41" fmla="*/ 14015 w 2335908"/>
              <a:gd name="csY41" fmla="*/ 630472 h 863147"/>
              <a:gd name="csX42" fmla="*/ 14716 w 2335908"/>
              <a:gd name="csY42" fmla="*/ 633560 h 863147"/>
              <a:gd name="csX43" fmla="*/ 14715 w 2335908"/>
              <a:gd name="csY43" fmla="*/ 633572 h 863147"/>
              <a:gd name="csX44" fmla="*/ 13227 w 2335908"/>
              <a:gd name="csY44" fmla="*/ 623340 h 863147"/>
              <a:gd name="csX45" fmla="*/ 15325 w 2335908"/>
              <a:gd name="csY45" fmla="*/ 628101 h 863147"/>
              <a:gd name="csX46" fmla="*/ 14755 w 2335908"/>
              <a:gd name="csY46" fmla="*/ 633209 h 863147"/>
              <a:gd name="csX47" fmla="*/ 14301 w 2335908"/>
              <a:gd name="csY47" fmla="*/ 631360 h 863147"/>
              <a:gd name="csX48" fmla="*/ 14015 w 2335908"/>
              <a:gd name="csY48" fmla="*/ 630472 h 863147"/>
              <a:gd name="csX49" fmla="*/ 13558 w 2335908"/>
              <a:gd name="csY49" fmla="*/ 628462 h 863147"/>
              <a:gd name="csX50" fmla="*/ 13227 w 2335908"/>
              <a:gd name="csY50" fmla="*/ 623340 h 863147"/>
              <a:gd name="csX51" fmla="*/ 267 w 2335908"/>
              <a:gd name="csY51" fmla="*/ 609047 h 863147"/>
              <a:gd name="csX52" fmla="*/ 10352 w 2335908"/>
              <a:gd name="csY52" fmla="*/ 615771 h 863147"/>
              <a:gd name="csX53" fmla="*/ 13707 w 2335908"/>
              <a:gd name="csY53" fmla="*/ 629332 h 863147"/>
              <a:gd name="csX54" fmla="*/ 13875 w 2335908"/>
              <a:gd name="csY54" fmla="*/ 630040 h 863147"/>
              <a:gd name="csX55" fmla="*/ 10352 w 2335908"/>
              <a:gd name="csY55" fmla="*/ 619133 h 863147"/>
              <a:gd name="csX56" fmla="*/ 267 w 2335908"/>
              <a:gd name="csY56" fmla="*/ 609047 h 863147"/>
              <a:gd name="csX57" fmla="*/ 20438 w 2335908"/>
              <a:gd name="csY57" fmla="*/ 602324 h 863147"/>
              <a:gd name="csX58" fmla="*/ 23313 w 2335908"/>
              <a:gd name="csY58" fmla="*/ 609387 h 863147"/>
              <a:gd name="csX59" fmla="*/ 23799 w 2335908"/>
              <a:gd name="csY59" fmla="*/ 615771 h 863147"/>
              <a:gd name="csX60" fmla="*/ 25162 w 2335908"/>
              <a:gd name="csY60" fmla="*/ 667540 h 863147"/>
              <a:gd name="csX61" fmla="*/ 24175 w 2335908"/>
              <a:gd name="csY61" fmla="*/ 661647 h 863147"/>
              <a:gd name="csX62" fmla="*/ 20438 w 2335908"/>
              <a:gd name="csY62" fmla="*/ 642665 h 863147"/>
              <a:gd name="csX63" fmla="*/ 15476 w 2335908"/>
              <a:gd name="csY63" fmla="*/ 628443 h 863147"/>
              <a:gd name="csX64" fmla="*/ 15325 w 2335908"/>
              <a:gd name="csY64" fmla="*/ 628101 h 863147"/>
              <a:gd name="csX65" fmla="*/ 17076 w 2335908"/>
              <a:gd name="csY65" fmla="*/ 612409 h 863147"/>
              <a:gd name="csX66" fmla="*/ 20438 w 2335908"/>
              <a:gd name="csY66" fmla="*/ 602324 h 863147"/>
              <a:gd name="csX67" fmla="*/ 2323954 w 2335908"/>
              <a:gd name="csY67" fmla="*/ 516466 h 863147"/>
              <a:gd name="csX68" fmla="*/ 2324032 w 2335908"/>
              <a:gd name="csY68" fmla="*/ 516577 h 863147"/>
              <a:gd name="csX69" fmla="*/ 2324009 w 2335908"/>
              <a:gd name="csY69" fmla="*/ 516646 h 863147"/>
              <a:gd name="csX70" fmla="*/ 2298622 w 2335908"/>
              <a:gd name="csY70" fmla="*/ 480590 h 863147"/>
              <a:gd name="csX71" fmla="*/ 2300282 w 2335908"/>
              <a:gd name="csY71" fmla="*/ 480951 h 863147"/>
              <a:gd name="csX72" fmla="*/ 2318095 w 2335908"/>
              <a:gd name="csY72" fmla="*/ 498764 h 863147"/>
              <a:gd name="csX73" fmla="*/ 2323343 w 2335908"/>
              <a:gd name="csY73" fmla="*/ 514469 h 863147"/>
              <a:gd name="csX74" fmla="*/ 2323954 w 2335908"/>
              <a:gd name="csY74" fmla="*/ 516466 h 863147"/>
              <a:gd name="csX75" fmla="*/ 2315562 w 2335908"/>
              <a:gd name="csY75" fmla="*/ 504581 h 863147"/>
              <a:gd name="csX76" fmla="*/ 2298622 w 2335908"/>
              <a:gd name="csY76" fmla="*/ 480590 h 863147"/>
              <a:gd name="csX77" fmla="*/ 548671 w 2335908"/>
              <a:gd name="csY77" fmla="*/ 0 h 863147"/>
              <a:gd name="csX78" fmla="*/ 637736 w 2335908"/>
              <a:gd name="csY78" fmla="*/ 5938 h 863147"/>
              <a:gd name="csX79" fmla="*/ 673362 w 2335908"/>
              <a:gd name="csY79" fmla="*/ 47502 h 863147"/>
              <a:gd name="csX80" fmla="*/ 685238 w 2335908"/>
              <a:gd name="csY80" fmla="*/ 59377 h 863147"/>
              <a:gd name="csX81" fmla="*/ 703051 w 2335908"/>
              <a:gd name="csY81" fmla="*/ 89065 h 863147"/>
              <a:gd name="csX82" fmla="*/ 708988 w 2335908"/>
              <a:gd name="csY82" fmla="*/ 106878 h 863147"/>
              <a:gd name="csX83" fmla="*/ 720864 w 2335908"/>
              <a:gd name="csY83" fmla="*/ 118754 h 863147"/>
              <a:gd name="csX84" fmla="*/ 732739 w 2335908"/>
              <a:gd name="csY84" fmla="*/ 136567 h 863147"/>
              <a:gd name="csX85" fmla="*/ 768365 w 2335908"/>
              <a:gd name="csY85" fmla="*/ 160317 h 863147"/>
              <a:gd name="csX86" fmla="*/ 815866 w 2335908"/>
              <a:gd name="csY86" fmla="*/ 195943 h 863147"/>
              <a:gd name="csX87" fmla="*/ 833679 w 2335908"/>
              <a:gd name="csY87" fmla="*/ 207818 h 863147"/>
              <a:gd name="csX88" fmla="*/ 851492 w 2335908"/>
              <a:gd name="csY88" fmla="*/ 219694 h 863147"/>
              <a:gd name="csX89" fmla="*/ 869305 w 2335908"/>
              <a:gd name="csY89" fmla="*/ 225631 h 863147"/>
              <a:gd name="csX90" fmla="*/ 881180 w 2335908"/>
              <a:gd name="csY90" fmla="*/ 237507 h 863147"/>
              <a:gd name="csX91" fmla="*/ 916806 w 2335908"/>
              <a:gd name="csY91" fmla="*/ 249382 h 863147"/>
              <a:gd name="csX92" fmla="*/ 946495 w 2335908"/>
              <a:gd name="csY92" fmla="*/ 267195 h 863147"/>
              <a:gd name="csX93" fmla="*/ 966157 w 2335908"/>
              <a:gd name="csY93" fmla="*/ 278299 h 863147"/>
              <a:gd name="csX94" fmla="*/ 964778 w 2335908"/>
              <a:gd name="csY94" fmla="*/ 278597 h 863147"/>
              <a:gd name="csX95" fmla="*/ 962785 w 2335908"/>
              <a:gd name="csY95" fmla="*/ 278048 h 863147"/>
              <a:gd name="csX96" fmla="*/ 963536 w 2335908"/>
              <a:gd name="csY96" fmla="*/ 278864 h 863147"/>
              <a:gd name="csX97" fmla="*/ 964778 w 2335908"/>
              <a:gd name="csY97" fmla="*/ 278597 h 863147"/>
              <a:gd name="csX98" fmla="*/ 988058 w 2335908"/>
              <a:gd name="csY98" fmla="*/ 285008 h 863147"/>
              <a:gd name="csX99" fmla="*/ 1023684 w 2335908"/>
              <a:gd name="csY99" fmla="*/ 296883 h 863147"/>
              <a:gd name="csX100" fmla="*/ 1041497 w 2335908"/>
              <a:gd name="csY100" fmla="*/ 308759 h 863147"/>
              <a:gd name="csX101" fmla="*/ 1077123 w 2335908"/>
              <a:gd name="csY101" fmla="*/ 320634 h 863147"/>
              <a:gd name="csX102" fmla="*/ 1094936 w 2335908"/>
              <a:gd name="csY102" fmla="*/ 326572 h 863147"/>
              <a:gd name="csX103" fmla="*/ 1118687 w 2335908"/>
              <a:gd name="csY103" fmla="*/ 338447 h 863147"/>
              <a:gd name="csX104" fmla="*/ 1136500 w 2335908"/>
              <a:gd name="csY104" fmla="*/ 344385 h 863147"/>
              <a:gd name="csX105" fmla="*/ 1172126 w 2335908"/>
              <a:gd name="csY105" fmla="*/ 368135 h 863147"/>
              <a:gd name="csX106" fmla="*/ 1207752 w 2335908"/>
              <a:gd name="csY106" fmla="*/ 380011 h 863147"/>
              <a:gd name="csX107" fmla="*/ 1225565 w 2335908"/>
              <a:gd name="csY107" fmla="*/ 391886 h 863147"/>
              <a:gd name="csX108" fmla="*/ 1243378 w 2335908"/>
              <a:gd name="csY108" fmla="*/ 397824 h 863147"/>
              <a:gd name="csX109" fmla="*/ 1279004 w 2335908"/>
              <a:gd name="csY109" fmla="*/ 421574 h 863147"/>
              <a:gd name="csX110" fmla="*/ 1332443 w 2335908"/>
              <a:gd name="csY110" fmla="*/ 397824 h 863147"/>
              <a:gd name="csX111" fmla="*/ 1362131 w 2335908"/>
              <a:gd name="csY111" fmla="*/ 368135 h 863147"/>
              <a:gd name="csX112" fmla="*/ 1379944 w 2335908"/>
              <a:gd name="csY112" fmla="*/ 350322 h 863147"/>
              <a:gd name="csX113" fmla="*/ 1403695 w 2335908"/>
              <a:gd name="csY113" fmla="*/ 320634 h 863147"/>
              <a:gd name="csX114" fmla="*/ 1409632 w 2335908"/>
              <a:gd name="csY114" fmla="*/ 302821 h 863147"/>
              <a:gd name="csX115" fmla="*/ 1433383 w 2335908"/>
              <a:gd name="csY115" fmla="*/ 279070 h 863147"/>
              <a:gd name="csX116" fmla="*/ 1445258 w 2335908"/>
              <a:gd name="csY116" fmla="*/ 261257 h 863147"/>
              <a:gd name="csX117" fmla="*/ 1457134 w 2335908"/>
              <a:gd name="csY117" fmla="*/ 249382 h 863147"/>
              <a:gd name="csX118" fmla="*/ 1492760 w 2335908"/>
              <a:gd name="csY118" fmla="*/ 201881 h 863147"/>
              <a:gd name="csX119" fmla="*/ 1510573 w 2335908"/>
              <a:gd name="csY119" fmla="*/ 172193 h 863147"/>
              <a:gd name="csX120" fmla="*/ 1522448 w 2335908"/>
              <a:gd name="csY120" fmla="*/ 190006 h 863147"/>
              <a:gd name="csX121" fmla="*/ 1552136 w 2335908"/>
              <a:gd name="csY121" fmla="*/ 243444 h 863147"/>
              <a:gd name="csX122" fmla="*/ 1575887 w 2335908"/>
              <a:gd name="csY122" fmla="*/ 273133 h 863147"/>
              <a:gd name="csX123" fmla="*/ 1593700 w 2335908"/>
              <a:gd name="csY123" fmla="*/ 290946 h 863147"/>
              <a:gd name="csX124" fmla="*/ 1605575 w 2335908"/>
              <a:gd name="csY124" fmla="*/ 308759 h 863147"/>
              <a:gd name="csX125" fmla="*/ 1617451 w 2335908"/>
              <a:gd name="csY125" fmla="*/ 320634 h 863147"/>
              <a:gd name="csX126" fmla="*/ 1635264 w 2335908"/>
              <a:gd name="csY126" fmla="*/ 356260 h 863147"/>
              <a:gd name="csX127" fmla="*/ 1653076 w 2335908"/>
              <a:gd name="csY127" fmla="*/ 374073 h 863147"/>
              <a:gd name="csX128" fmla="*/ 1664952 w 2335908"/>
              <a:gd name="csY128" fmla="*/ 391886 h 863147"/>
              <a:gd name="csX129" fmla="*/ 1682765 w 2335908"/>
              <a:gd name="csY129" fmla="*/ 409699 h 863147"/>
              <a:gd name="csX130" fmla="*/ 1706515 w 2335908"/>
              <a:gd name="csY130" fmla="*/ 445325 h 863147"/>
              <a:gd name="csX131" fmla="*/ 1748079 w 2335908"/>
              <a:gd name="csY131" fmla="*/ 433450 h 863147"/>
              <a:gd name="csX132" fmla="*/ 1759954 w 2335908"/>
              <a:gd name="csY132" fmla="*/ 421574 h 863147"/>
              <a:gd name="csX133" fmla="*/ 1783705 w 2335908"/>
              <a:gd name="csY133" fmla="*/ 385948 h 863147"/>
              <a:gd name="csX134" fmla="*/ 1819331 w 2335908"/>
              <a:gd name="csY134" fmla="*/ 362198 h 863147"/>
              <a:gd name="csX135" fmla="*/ 1866832 w 2335908"/>
              <a:gd name="csY135" fmla="*/ 350322 h 863147"/>
              <a:gd name="csX136" fmla="*/ 1973710 w 2335908"/>
              <a:gd name="csY136" fmla="*/ 356260 h 863147"/>
              <a:gd name="csX137" fmla="*/ 2021212 w 2335908"/>
              <a:gd name="csY137" fmla="*/ 368135 h 863147"/>
              <a:gd name="csX138" fmla="*/ 2044962 w 2335908"/>
              <a:gd name="csY138" fmla="*/ 374073 h 863147"/>
              <a:gd name="csX139" fmla="*/ 2163715 w 2335908"/>
              <a:gd name="csY139" fmla="*/ 380011 h 863147"/>
              <a:gd name="csX140" fmla="*/ 2199341 w 2335908"/>
              <a:gd name="csY140" fmla="*/ 391886 h 863147"/>
              <a:gd name="csX141" fmla="*/ 2217154 w 2335908"/>
              <a:gd name="csY141" fmla="*/ 397824 h 863147"/>
              <a:gd name="csX142" fmla="*/ 2246843 w 2335908"/>
              <a:gd name="csY142" fmla="*/ 421574 h 863147"/>
              <a:gd name="csX143" fmla="*/ 2258718 w 2335908"/>
              <a:gd name="csY143" fmla="*/ 439387 h 863147"/>
              <a:gd name="csX144" fmla="*/ 2270593 w 2335908"/>
              <a:gd name="csY144" fmla="*/ 475013 h 863147"/>
              <a:gd name="csX145" fmla="*/ 2288406 w 2335908"/>
              <a:gd name="csY145" fmla="*/ 486889 h 863147"/>
              <a:gd name="csX146" fmla="*/ 2312157 w 2335908"/>
              <a:gd name="csY146" fmla="*/ 522515 h 863147"/>
              <a:gd name="csX147" fmla="*/ 2317237 w 2335908"/>
              <a:gd name="csY147" fmla="*/ 537756 h 863147"/>
              <a:gd name="csX148" fmla="*/ 2314611 w 2335908"/>
              <a:gd name="csY148" fmla="*/ 547740 h 863147"/>
              <a:gd name="csX149" fmla="*/ 2312157 w 2335908"/>
              <a:gd name="csY149" fmla="*/ 587829 h 863147"/>
              <a:gd name="csX150" fmla="*/ 2318095 w 2335908"/>
              <a:gd name="csY150" fmla="*/ 605642 h 863147"/>
              <a:gd name="csX151" fmla="*/ 2324032 w 2335908"/>
              <a:gd name="csY151" fmla="*/ 558141 h 863147"/>
              <a:gd name="csX152" fmla="*/ 2317237 w 2335908"/>
              <a:gd name="csY152" fmla="*/ 537756 h 863147"/>
              <a:gd name="csX153" fmla="*/ 2318258 w 2335908"/>
              <a:gd name="csY153" fmla="*/ 533875 h 863147"/>
              <a:gd name="csX154" fmla="*/ 2324009 w 2335908"/>
              <a:gd name="csY154" fmla="*/ 516646 h 863147"/>
              <a:gd name="csX155" fmla="*/ 2325965 w 2335908"/>
              <a:gd name="csY155" fmla="*/ 523034 h 863147"/>
              <a:gd name="csX156" fmla="*/ 2329970 w 2335908"/>
              <a:gd name="csY156" fmla="*/ 623455 h 863147"/>
              <a:gd name="csX157" fmla="*/ 2335908 w 2335908"/>
              <a:gd name="csY157" fmla="*/ 647206 h 863147"/>
              <a:gd name="csX158" fmla="*/ 2329970 w 2335908"/>
              <a:gd name="csY158" fmla="*/ 825335 h 863147"/>
              <a:gd name="csX159" fmla="*/ 2312157 w 2335908"/>
              <a:gd name="csY159" fmla="*/ 831273 h 863147"/>
              <a:gd name="csX160" fmla="*/ 2276531 w 2335908"/>
              <a:gd name="csY160" fmla="*/ 837211 h 863147"/>
              <a:gd name="csX161" fmla="*/ 2229030 w 2335908"/>
              <a:gd name="csY161" fmla="*/ 843148 h 863147"/>
              <a:gd name="csX162" fmla="*/ 2191448 w 2335908"/>
              <a:gd name="csY162" fmla="*/ 849629 h 863147"/>
              <a:gd name="csX163" fmla="*/ 2208195 w 2335908"/>
              <a:gd name="csY163" fmla="*/ 848059 h 863147"/>
              <a:gd name="csX164" fmla="*/ 2199785 w 2335908"/>
              <a:gd name="csY164" fmla="*/ 849075 h 863147"/>
              <a:gd name="csX165" fmla="*/ 2151840 w 2335908"/>
              <a:gd name="csY165" fmla="*/ 855024 h 863147"/>
              <a:gd name="csX166" fmla="*/ 1320567 w 2335908"/>
              <a:gd name="csY166" fmla="*/ 849086 h 863147"/>
              <a:gd name="csX167" fmla="*/ 1252884 w 2335908"/>
              <a:gd name="csY167" fmla="*/ 842768 h 863147"/>
              <a:gd name="csX168" fmla="*/ 1259896 w 2335908"/>
              <a:gd name="csY168" fmla="*/ 842238 h 863147"/>
              <a:gd name="csX169" fmla="*/ 1285892 w 2335908"/>
              <a:gd name="csY169" fmla="*/ 840842 h 863147"/>
              <a:gd name="csX170" fmla="*/ 1277214 w 2335908"/>
              <a:gd name="csY170" fmla="*/ 840929 h 863147"/>
              <a:gd name="csX171" fmla="*/ 1259896 w 2335908"/>
              <a:gd name="csY171" fmla="*/ 842238 h 863147"/>
              <a:gd name="csX172" fmla="*/ 1233468 w 2335908"/>
              <a:gd name="csY172" fmla="*/ 843657 h 863147"/>
              <a:gd name="csX173" fmla="*/ 1118687 w 2335908"/>
              <a:gd name="csY173" fmla="*/ 849086 h 863147"/>
              <a:gd name="csX174" fmla="*/ 756489 w 2335908"/>
              <a:gd name="csY174" fmla="*/ 849086 h 863147"/>
              <a:gd name="csX175" fmla="*/ 406167 w 2335908"/>
              <a:gd name="csY175" fmla="*/ 855024 h 863147"/>
              <a:gd name="csX176" fmla="*/ 311165 w 2335908"/>
              <a:gd name="csY176" fmla="*/ 849086 h 863147"/>
              <a:gd name="csX177" fmla="*/ 233975 w 2335908"/>
              <a:gd name="csY177" fmla="*/ 849086 h 863147"/>
              <a:gd name="csX178" fmla="*/ 232075 w 2335908"/>
              <a:gd name="csY178" fmla="*/ 840515 h 863147"/>
              <a:gd name="csX179" fmla="*/ 205508 w 2335908"/>
              <a:gd name="csY179" fmla="*/ 838606 h 863147"/>
              <a:gd name="csX180" fmla="*/ 111205 w 2335908"/>
              <a:gd name="csY180" fmla="*/ 834286 h 863147"/>
              <a:gd name="csX181" fmla="*/ 6991 w 2335908"/>
              <a:gd name="csY181" fmla="*/ 834286 h 863147"/>
              <a:gd name="csX182" fmla="*/ 10352 w 2335908"/>
              <a:gd name="csY182" fmla="*/ 800668 h 863147"/>
              <a:gd name="csX183" fmla="*/ 13714 w 2335908"/>
              <a:gd name="csY183" fmla="*/ 787221 h 863147"/>
              <a:gd name="csX184" fmla="*/ 17076 w 2335908"/>
              <a:gd name="csY184" fmla="*/ 767050 h 863147"/>
              <a:gd name="csX185" fmla="*/ 18967 w 2335908"/>
              <a:gd name="csY185" fmla="*/ 759485 h 863147"/>
              <a:gd name="csX186" fmla="*/ 17076 w 2335908"/>
              <a:gd name="csY186" fmla="*/ 797306 h 863147"/>
              <a:gd name="csX187" fmla="*/ 20438 w 2335908"/>
              <a:gd name="csY187" fmla="*/ 827562 h 863147"/>
              <a:gd name="csX188" fmla="*/ 21884 w 2335908"/>
              <a:gd name="csY188" fmla="*/ 827880 h 863147"/>
              <a:gd name="csX189" fmla="*/ 22156 w 2335908"/>
              <a:gd name="csY189" fmla="*/ 826222 h 863147"/>
              <a:gd name="csX190" fmla="*/ 23098 w 2335908"/>
              <a:gd name="csY190" fmla="*/ 831700 h 863147"/>
              <a:gd name="csX191" fmla="*/ 23799 w 2335908"/>
              <a:gd name="csY191" fmla="*/ 830924 h 863147"/>
              <a:gd name="csX192" fmla="*/ 25565 w 2335908"/>
              <a:gd name="csY192" fmla="*/ 751478 h 863147"/>
              <a:gd name="csX193" fmla="*/ 27161 w 2335908"/>
              <a:gd name="csY193" fmla="*/ 743518 h 863147"/>
              <a:gd name="csX194" fmla="*/ 26761 w 2335908"/>
              <a:gd name="csY194" fmla="*/ 728310 h 863147"/>
              <a:gd name="csX195" fmla="*/ 27161 w 2335908"/>
              <a:gd name="csY195" fmla="*/ 726709 h 863147"/>
              <a:gd name="csX196" fmla="*/ 27161 w 2335908"/>
              <a:gd name="csY196" fmla="*/ 622494 h 863147"/>
              <a:gd name="csX197" fmla="*/ 23470 w 2335908"/>
              <a:gd name="csY197" fmla="*/ 609772 h 863147"/>
              <a:gd name="csX198" fmla="*/ 23313 w 2335908"/>
              <a:gd name="csY198" fmla="*/ 609387 h 863147"/>
              <a:gd name="csX199" fmla="*/ 22872 w 2335908"/>
              <a:gd name="csY199" fmla="*/ 603592 h 863147"/>
              <a:gd name="csX200" fmla="*/ 23799 w 2335908"/>
              <a:gd name="csY200" fmla="*/ 575430 h 863147"/>
              <a:gd name="csX201" fmla="*/ 158270 w 2335908"/>
              <a:gd name="csY201" fmla="*/ 575430 h 863147"/>
              <a:gd name="csX202" fmla="*/ 171717 w 2335908"/>
              <a:gd name="csY202" fmla="*/ 572068 h 863147"/>
              <a:gd name="csX203" fmla="*/ 191888 w 2335908"/>
              <a:gd name="csY203" fmla="*/ 568706 h 863147"/>
              <a:gd name="csX204" fmla="*/ 201973 w 2335908"/>
              <a:gd name="csY204" fmla="*/ 565344 h 863147"/>
              <a:gd name="csX205" fmla="*/ 241263 w 2335908"/>
              <a:gd name="csY205" fmla="*/ 568475 h 863147"/>
              <a:gd name="csX206" fmla="*/ 253633 w 2335908"/>
              <a:gd name="csY206" fmla="*/ 574109 h 863147"/>
              <a:gd name="csX207" fmla="*/ 263664 w 2335908"/>
              <a:gd name="csY207" fmla="*/ 564078 h 863147"/>
              <a:gd name="csX208" fmla="*/ 269601 w 2335908"/>
              <a:gd name="csY208" fmla="*/ 546265 h 863147"/>
              <a:gd name="csX209" fmla="*/ 281476 w 2335908"/>
              <a:gd name="csY209" fmla="*/ 528452 h 863147"/>
              <a:gd name="csX210" fmla="*/ 293352 w 2335908"/>
              <a:gd name="csY210" fmla="*/ 492826 h 863147"/>
              <a:gd name="csX211" fmla="*/ 299289 w 2335908"/>
              <a:gd name="csY211" fmla="*/ 475013 h 863147"/>
              <a:gd name="csX212" fmla="*/ 305227 w 2335908"/>
              <a:gd name="csY212" fmla="*/ 457200 h 863147"/>
              <a:gd name="csX213" fmla="*/ 323040 w 2335908"/>
              <a:gd name="csY213" fmla="*/ 326572 h 863147"/>
              <a:gd name="csX214" fmla="*/ 334915 w 2335908"/>
              <a:gd name="csY214" fmla="*/ 267195 h 863147"/>
              <a:gd name="csX215" fmla="*/ 358666 w 2335908"/>
              <a:gd name="csY215" fmla="*/ 184068 h 863147"/>
              <a:gd name="csX216" fmla="*/ 364604 w 2335908"/>
              <a:gd name="csY216" fmla="*/ 166255 h 863147"/>
              <a:gd name="csX217" fmla="*/ 376479 w 2335908"/>
              <a:gd name="csY217" fmla="*/ 148442 h 863147"/>
              <a:gd name="csX218" fmla="*/ 382417 w 2335908"/>
              <a:gd name="csY218" fmla="*/ 124691 h 863147"/>
              <a:gd name="csX219" fmla="*/ 394292 w 2335908"/>
              <a:gd name="csY219" fmla="*/ 89065 h 863147"/>
              <a:gd name="csX220" fmla="*/ 406167 w 2335908"/>
              <a:gd name="csY220" fmla="*/ 53439 h 863147"/>
              <a:gd name="csX221" fmla="*/ 412105 w 2335908"/>
              <a:gd name="csY221" fmla="*/ 35626 h 863147"/>
              <a:gd name="csX222" fmla="*/ 453669 w 2335908"/>
              <a:gd name="csY222" fmla="*/ 23751 h 863147"/>
              <a:gd name="csX223" fmla="*/ 471482 w 2335908"/>
              <a:gd name="csY223" fmla="*/ 17813 h 863147"/>
              <a:gd name="csX224" fmla="*/ 501170 w 2335908"/>
              <a:gd name="csY224" fmla="*/ 11876 h 863147"/>
              <a:gd name="csX225" fmla="*/ 518983 w 2335908"/>
              <a:gd name="csY225" fmla="*/ 5938 h 863147"/>
              <a:gd name="csX226" fmla="*/ 548671 w 2335908"/>
              <a:gd name="csY226" fmla="*/ 0 h 863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</a:cxnLst>
            <a:rect l="l" t="t" r="r" b="b"/>
            <a:pathLst>
              <a:path w="2335908" h="863147">
                <a:moveTo>
                  <a:pt x="2220000" y="846634"/>
                </a:moveTo>
                <a:cubicBezTo>
                  <a:pt x="2226100" y="845928"/>
                  <a:pt x="2219310" y="846818"/>
                  <a:pt x="2210820" y="847813"/>
                </a:cubicBezTo>
                <a:lnTo>
                  <a:pt x="2208195" y="848059"/>
                </a:lnTo>
                <a:close/>
                <a:moveTo>
                  <a:pt x="20910" y="784927"/>
                </a:moveTo>
                <a:lnTo>
                  <a:pt x="21911" y="793913"/>
                </a:lnTo>
                <a:cubicBezTo>
                  <a:pt x="22407" y="798310"/>
                  <a:pt x="23024" y="803778"/>
                  <a:pt x="23799" y="810753"/>
                </a:cubicBezTo>
                <a:cubicBezTo>
                  <a:pt x="23239" y="813555"/>
                  <a:pt x="23038" y="819035"/>
                  <a:pt x="22657" y="823175"/>
                </a:cubicBezTo>
                <a:lnTo>
                  <a:pt x="22156" y="826222"/>
                </a:lnTo>
                <a:lnTo>
                  <a:pt x="21963" y="825097"/>
                </a:lnTo>
                <a:cubicBezTo>
                  <a:pt x="21174" y="819215"/>
                  <a:pt x="20438" y="811353"/>
                  <a:pt x="20438" y="807391"/>
                </a:cubicBezTo>
                <a:cubicBezTo>
                  <a:pt x="20438" y="798910"/>
                  <a:pt x="20541" y="792264"/>
                  <a:pt x="20775" y="786669"/>
                </a:cubicBezTo>
                <a:close/>
                <a:moveTo>
                  <a:pt x="19166" y="755509"/>
                </a:moveTo>
                <a:lnTo>
                  <a:pt x="19269" y="758278"/>
                </a:lnTo>
                <a:lnTo>
                  <a:pt x="18967" y="759485"/>
                </a:lnTo>
                <a:close/>
                <a:moveTo>
                  <a:pt x="26013" y="731301"/>
                </a:moveTo>
                <a:lnTo>
                  <a:pt x="25565" y="751478"/>
                </a:lnTo>
                <a:lnTo>
                  <a:pt x="23968" y="759438"/>
                </a:lnTo>
                <a:cubicBezTo>
                  <a:pt x="23100" y="763966"/>
                  <a:pt x="22418" y="767976"/>
                  <a:pt x="21895" y="772253"/>
                </a:cubicBezTo>
                <a:lnTo>
                  <a:pt x="20910" y="784927"/>
                </a:lnTo>
                <a:lnTo>
                  <a:pt x="20751" y="783502"/>
                </a:lnTo>
                <a:cubicBezTo>
                  <a:pt x="20174" y="778125"/>
                  <a:pt x="19939" y="775295"/>
                  <a:pt x="19761" y="771531"/>
                </a:cubicBezTo>
                <a:lnTo>
                  <a:pt x="19269" y="758278"/>
                </a:lnTo>
                <a:lnTo>
                  <a:pt x="23799" y="740156"/>
                </a:lnTo>
                <a:close/>
                <a:moveTo>
                  <a:pt x="26392" y="714275"/>
                </a:moveTo>
                <a:lnTo>
                  <a:pt x="26761" y="728310"/>
                </a:lnTo>
                <a:lnTo>
                  <a:pt x="26013" y="731301"/>
                </a:lnTo>
                <a:close/>
                <a:moveTo>
                  <a:pt x="25162" y="667540"/>
                </a:moveTo>
                <a:lnTo>
                  <a:pt x="26093" y="673101"/>
                </a:lnTo>
                <a:cubicBezTo>
                  <a:pt x="26628" y="676360"/>
                  <a:pt x="27020" y="678800"/>
                  <a:pt x="27161" y="679644"/>
                </a:cubicBezTo>
                <a:lnTo>
                  <a:pt x="26392" y="714275"/>
                </a:lnTo>
                <a:close/>
                <a:moveTo>
                  <a:pt x="14755" y="633209"/>
                </a:moveTo>
                <a:lnTo>
                  <a:pt x="17076" y="642665"/>
                </a:lnTo>
                <a:cubicBezTo>
                  <a:pt x="19016" y="671757"/>
                  <a:pt x="19317" y="700936"/>
                  <a:pt x="20438" y="730071"/>
                </a:cubicBezTo>
                <a:lnTo>
                  <a:pt x="19166" y="755509"/>
                </a:lnTo>
                <a:lnTo>
                  <a:pt x="19109" y="753957"/>
                </a:lnTo>
                <a:cubicBezTo>
                  <a:pt x="18757" y="744845"/>
                  <a:pt x="18175" y="731320"/>
                  <a:pt x="17076" y="709900"/>
                </a:cubicBezTo>
                <a:cubicBezTo>
                  <a:pt x="15170" y="672747"/>
                  <a:pt x="12684" y="660561"/>
                  <a:pt x="14139" y="638733"/>
                </a:cubicBezTo>
                <a:lnTo>
                  <a:pt x="14715" y="633572"/>
                </a:lnTo>
                <a:lnTo>
                  <a:pt x="14807" y="633962"/>
                </a:lnTo>
                <a:lnTo>
                  <a:pt x="14716" y="633560"/>
                </a:lnTo>
                <a:close/>
                <a:moveTo>
                  <a:pt x="13875" y="630040"/>
                </a:moveTo>
                <a:lnTo>
                  <a:pt x="14015" y="630472"/>
                </a:lnTo>
                <a:lnTo>
                  <a:pt x="14716" y="633560"/>
                </a:lnTo>
                <a:lnTo>
                  <a:pt x="14715" y="633572"/>
                </a:lnTo>
                <a:close/>
                <a:moveTo>
                  <a:pt x="13227" y="623340"/>
                </a:moveTo>
                <a:lnTo>
                  <a:pt x="15325" y="628101"/>
                </a:lnTo>
                <a:lnTo>
                  <a:pt x="14755" y="633209"/>
                </a:lnTo>
                <a:lnTo>
                  <a:pt x="14301" y="631360"/>
                </a:lnTo>
                <a:lnTo>
                  <a:pt x="14015" y="630472"/>
                </a:lnTo>
                <a:lnTo>
                  <a:pt x="13558" y="628462"/>
                </a:lnTo>
                <a:cubicBezTo>
                  <a:pt x="12927" y="625355"/>
                  <a:pt x="12449" y="622310"/>
                  <a:pt x="13227" y="623340"/>
                </a:cubicBezTo>
                <a:close/>
                <a:moveTo>
                  <a:pt x="267" y="609047"/>
                </a:moveTo>
                <a:cubicBezTo>
                  <a:pt x="267" y="605007"/>
                  <a:pt x="6990" y="613530"/>
                  <a:pt x="10352" y="615771"/>
                </a:cubicBezTo>
                <a:cubicBezTo>
                  <a:pt x="11938" y="622114"/>
                  <a:pt x="13010" y="626467"/>
                  <a:pt x="13707" y="629332"/>
                </a:cubicBezTo>
                <a:lnTo>
                  <a:pt x="13875" y="630040"/>
                </a:lnTo>
                <a:lnTo>
                  <a:pt x="10352" y="619133"/>
                </a:lnTo>
                <a:cubicBezTo>
                  <a:pt x="7715" y="615177"/>
                  <a:pt x="267" y="613801"/>
                  <a:pt x="267" y="609047"/>
                </a:cubicBezTo>
                <a:close/>
                <a:moveTo>
                  <a:pt x="20438" y="602324"/>
                </a:moveTo>
                <a:lnTo>
                  <a:pt x="23313" y="609387"/>
                </a:lnTo>
                <a:lnTo>
                  <a:pt x="23799" y="615771"/>
                </a:lnTo>
                <a:lnTo>
                  <a:pt x="25162" y="667540"/>
                </a:lnTo>
                <a:lnTo>
                  <a:pt x="24175" y="661647"/>
                </a:lnTo>
                <a:cubicBezTo>
                  <a:pt x="22760" y="653411"/>
                  <a:pt x="21220" y="645010"/>
                  <a:pt x="20438" y="642665"/>
                </a:cubicBezTo>
                <a:cubicBezTo>
                  <a:pt x="18240" y="636070"/>
                  <a:pt x="16632" y="631496"/>
                  <a:pt x="15476" y="628443"/>
                </a:cubicBezTo>
                <a:lnTo>
                  <a:pt x="15325" y="628101"/>
                </a:lnTo>
                <a:lnTo>
                  <a:pt x="17076" y="612409"/>
                </a:lnTo>
                <a:cubicBezTo>
                  <a:pt x="17577" y="608901"/>
                  <a:pt x="19317" y="605686"/>
                  <a:pt x="20438" y="602324"/>
                </a:cubicBezTo>
                <a:close/>
                <a:moveTo>
                  <a:pt x="2323954" y="516466"/>
                </a:moveTo>
                <a:lnTo>
                  <a:pt x="2324032" y="516577"/>
                </a:lnTo>
                <a:lnTo>
                  <a:pt x="2324009" y="516646"/>
                </a:lnTo>
                <a:close/>
                <a:moveTo>
                  <a:pt x="2298622" y="480590"/>
                </a:moveTo>
                <a:cubicBezTo>
                  <a:pt x="2297487" y="478651"/>
                  <a:pt x="2297759" y="478428"/>
                  <a:pt x="2300282" y="480951"/>
                </a:cubicBezTo>
                <a:lnTo>
                  <a:pt x="2318095" y="498764"/>
                </a:lnTo>
                <a:cubicBezTo>
                  <a:pt x="2320368" y="505583"/>
                  <a:pt x="2322074" y="510621"/>
                  <a:pt x="2323343" y="514469"/>
                </a:cubicBezTo>
                <a:lnTo>
                  <a:pt x="2323954" y="516466"/>
                </a:lnTo>
                <a:lnTo>
                  <a:pt x="2315562" y="504581"/>
                </a:lnTo>
                <a:cubicBezTo>
                  <a:pt x="2308790" y="495211"/>
                  <a:pt x="2300892" y="484468"/>
                  <a:pt x="2298622" y="480590"/>
                </a:cubicBezTo>
                <a:close/>
                <a:moveTo>
                  <a:pt x="548671" y="0"/>
                </a:moveTo>
                <a:cubicBezTo>
                  <a:pt x="578359" y="1979"/>
                  <a:pt x="608961" y="-1634"/>
                  <a:pt x="637736" y="5938"/>
                </a:cubicBezTo>
                <a:cubicBezTo>
                  <a:pt x="652221" y="9750"/>
                  <a:pt x="664398" y="36298"/>
                  <a:pt x="673362" y="47502"/>
                </a:cubicBezTo>
                <a:cubicBezTo>
                  <a:pt x="676859" y="51873"/>
                  <a:pt x="681279" y="55419"/>
                  <a:pt x="685238" y="59377"/>
                </a:cubicBezTo>
                <a:cubicBezTo>
                  <a:pt x="702056" y="109838"/>
                  <a:pt x="678600" y="48313"/>
                  <a:pt x="703051" y="89065"/>
                </a:cubicBezTo>
                <a:cubicBezTo>
                  <a:pt x="706271" y="94432"/>
                  <a:pt x="705768" y="101511"/>
                  <a:pt x="708988" y="106878"/>
                </a:cubicBezTo>
                <a:cubicBezTo>
                  <a:pt x="711868" y="111679"/>
                  <a:pt x="717367" y="114382"/>
                  <a:pt x="720864" y="118754"/>
                </a:cubicBezTo>
                <a:cubicBezTo>
                  <a:pt x="725322" y="124326"/>
                  <a:pt x="727368" y="131868"/>
                  <a:pt x="732739" y="136567"/>
                </a:cubicBezTo>
                <a:cubicBezTo>
                  <a:pt x="743480" y="145965"/>
                  <a:pt x="758273" y="150225"/>
                  <a:pt x="768365" y="160317"/>
                </a:cubicBezTo>
                <a:cubicBezTo>
                  <a:pt x="790332" y="182285"/>
                  <a:pt x="775582" y="169088"/>
                  <a:pt x="815866" y="195943"/>
                </a:cubicBezTo>
                <a:lnTo>
                  <a:pt x="833679" y="207818"/>
                </a:lnTo>
                <a:cubicBezTo>
                  <a:pt x="839617" y="211777"/>
                  <a:pt x="844722" y="217438"/>
                  <a:pt x="851492" y="219694"/>
                </a:cubicBezTo>
                <a:lnTo>
                  <a:pt x="869305" y="225631"/>
                </a:lnTo>
                <a:cubicBezTo>
                  <a:pt x="873263" y="229590"/>
                  <a:pt x="876173" y="235003"/>
                  <a:pt x="881180" y="237507"/>
                </a:cubicBezTo>
                <a:cubicBezTo>
                  <a:pt x="892376" y="243105"/>
                  <a:pt x="916806" y="249382"/>
                  <a:pt x="916806" y="249382"/>
                </a:cubicBezTo>
                <a:cubicBezTo>
                  <a:pt x="940003" y="272577"/>
                  <a:pt x="915663" y="251779"/>
                  <a:pt x="946495" y="267195"/>
                </a:cubicBezTo>
                <a:cubicBezTo>
                  <a:pt x="959447" y="273671"/>
                  <a:pt x="964659" y="276863"/>
                  <a:pt x="966157" y="278299"/>
                </a:cubicBezTo>
                <a:lnTo>
                  <a:pt x="964778" y="278597"/>
                </a:lnTo>
                <a:lnTo>
                  <a:pt x="962785" y="278048"/>
                </a:lnTo>
                <a:cubicBezTo>
                  <a:pt x="960040" y="277533"/>
                  <a:pt x="961632" y="278314"/>
                  <a:pt x="963536" y="278864"/>
                </a:cubicBezTo>
                <a:lnTo>
                  <a:pt x="964778" y="278597"/>
                </a:lnTo>
                <a:lnTo>
                  <a:pt x="988058" y="285008"/>
                </a:lnTo>
                <a:cubicBezTo>
                  <a:pt x="1000048" y="288605"/>
                  <a:pt x="1023684" y="296883"/>
                  <a:pt x="1023684" y="296883"/>
                </a:cubicBezTo>
                <a:cubicBezTo>
                  <a:pt x="1029622" y="300842"/>
                  <a:pt x="1034976" y="305861"/>
                  <a:pt x="1041497" y="308759"/>
                </a:cubicBezTo>
                <a:cubicBezTo>
                  <a:pt x="1052936" y="313843"/>
                  <a:pt x="1065248" y="316676"/>
                  <a:pt x="1077123" y="320634"/>
                </a:cubicBezTo>
                <a:cubicBezTo>
                  <a:pt x="1083061" y="322613"/>
                  <a:pt x="1089338" y="323773"/>
                  <a:pt x="1094936" y="326572"/>
                </a:cubicBezTo>
                <a:cubicBezTo>
                  <a:pt x="1102853" y="330530"/>
                  <a:pt x="1110551" y="334960"/>
                  <a:pt x="1118687" y="338447"/>
                </a:cubicBezTo>
                <a:cubicBezTo>
                  <a:pt x="1124440" y="340912"/>
                  <a:pt x="1131029" y="341345"/>
                  <a:pt x="1136500" y="344385"/>
                </a:cubicBezTo>
                <a:cubicBezTo>
                  <a:pt x="1148976" y="351316"/>
                  <a:pt x="1158586" y="363621"/>
                  <a:pt x="1172126" y="368135"/>
                </a:cubicBezTo>
                <a:cubicBezTo>
                  <a:pt x="1184001" y="372094"/>
                  <a:pt x="1197336" y="373068"/>
                  <a:pt x="1207752" y="380011"/>
                </a:cubicBezTo>
                <a:cubicBezTo>
                  <a:pt x="1213690" y="383969"/>
                  <a:pt x="1219182" y="388695"/>
                  <a:pt x="1225565" y="391886"/>
                </a:cubicBezTo>
                <a:cubicBezTo>
                  <a:pt x="1231163" y="394685"/>
                  <a:pt x="1237907" y="394784"/>
                  <a:pt x="1243378" y="397824"/>
                </a:cubicBezTo>
                <a:cubicBezTo>
                  <a:pt x="1255854" y="404755"/>
                  <a:pt x="1279004" y="421574"/>
                  <a:pt x="1279004" y="421574"/>
                </a:cubicBezTo>
                <a:cubicBezTo>
                  <a:pt x="1302353" y="413791"/>
                  <a:pt x="1315073" y="413023"/>
                  <a:pt x="1332443" y="397824"/>
                </a:cubicBezTo>
                <a:cubicBezTo>
                  <a:pt x="1342975" y="388608"/>
                  <a:pt x="1352235" y="378031"/>
                  <a:pt x="1362131" y="368135"/>
                </a:cubicBezTo>
                <a:cubicBezTo>
                  <a:pt x="1368069" y="362197"/>
                  <a:pt x="1375286" y="357309"/>
                  <a:pt x="1379944" y="350322"/>
                </a:cubicBezTo>
                <a:cubicBezTo>
                  <a:pt x="1394924" y="327851"/>
                  <a:pt x="1386773" y="337555"/>
                  <a:pt x="1403695" y="320634"/>
                </a:cubicBezTo>
                <a:cubicBezTo>
                  <a:pt x="1405674" y="314696"/>
                  <a:pt x="1405994" y="307914"/>
                  <a:pt x="1409632" y="302821"/>
                </a:cubicBezTo>
                <a:cubicBezTo>
                  <a:pt x="1416140" y="293710"/>
                  <a:pt x="1427173" y="288386"/>
                  <a:pt x="1433383" y="279070"/>
                </a:cubicBezTo>
                <a:cubicBezTo>
                  <a:pt x="1437341" y="273132"/>
                  <a:pt x="1440800" y="266829"/>
                  <a:pt x="1445258" y="261257"/>
                </a:cubicBezTo>
                <a:cubicBezTo>
                  <a:pt x="1448755" y="256886"/>
                  <a:pt x="1453775" y="253861"/>
                  <a:pt x="1457134" y="249382"/>
                </a:cubicBezTo>
                <a:cubicBezTo>
                  <a:pt x="1497418" y="195670"/>
                  <a:pt x="1465524" y="229114"/>
                  <a:pt x="1492760" y="201881"/>
                </a:cubicBezTo>
                <a:cubicBezTo>
                  <a:pt x="1493458" y="199785"/>
                  <a:pt x="1500540" y="169685"/>
                  <a:pt x="1510573" y="172193"/>
                </a:cubicBezTo>
                <a:cubicBezTo>
                  <a:pt x="1517496" y="173924"/>
                  <a:pt x="1519257" y="183623"/>
                  <a:pt x="1522448" y="190006"/>
                </a:cubicBezTo>
                <a:cubicBezTo>
                  <a:pt x="1537380" y="219869"/>
                  <a:pt x="1514698" y="206006"/>
                  <a:pt x="1552136" y="243444"/>
                </a:cubicBezTo>
                <a:cubicBezTo>
                  <a:pt x="1586687" y="277995"/>
                  <a:pt x="1538435" y="228191"/>
                  <a:pt x="1575887" y="273133"/>
                </a:cubicBezTo>
                <a:cubicBezTo>
                  <a:pt x="1581263" y="279584"/>
                  <a:pt x="1588324" y="284495"/>
                  <a:pt x="1593700" y="290946"/>
                </a:cubicBezTo>
                <a:cubicBezTo>
                  <a:pt x="1598268" y="296428"/>
                  <a:pt x="1601117" y="303187"/>
                  <a:pt x="1605575" y="308759"/>
                </a:cubicBezTo>
                <a:cubicBezTo>
                  <a:pt x="1609072" y="313130"/>
                  <a:pt x="1613954" y="316263"/>
                  <a:pt x="1617451" y="320634"/>
                </a:cubicBezTo>
                <a:cubicBezTo>
                  <a:pt x="1673487" y="390677"/>
                  <a:pt x="1591382" y="290436"/>
                  <a:pt x="1635264" y="356260"/>
                </a:cubicBezTo>
                <a:cubicBezTo>
                  <a:pt x="1639922" y="363247"/>
                  <a:pt x="1647700" y="367622"/>
                  <a:pt x="1653076" y="374073"/>
                </a:cubicBezTo>
                <a:cubicBezTo>
                  <a:pt x="1657645" y="379555"/>
                  <a:pt x="1660383" y="386404"/>
                  <a:pt x="1664952" y="391886"/>
                </a:cubicBezTo>
                <a:cubicBezTo>
                  <a:pt x="1670328" y="398337"/>
                  <a:pt x="1677610" y="403071"/>
                  <a:pt x="1682765" y="409699"/>
                </a:cubicBezTo>
                <a:cubicBezTo>
                  <a:pt x="1691527" y="420965"/>
                  <a:pt x="1706515" y="445325"/>
                  <a:pt x="1706515" y="445325"/>
                </a:cubicBezTo>
                <a:cubicBezTo>
                  <a:pt x="1710946" y="444217"/>
                  <a:pt x="1741998" y="437099"/>
                  <a:pt x="1748079" y="433450"/>
                </a:cubicBezTo>
                <a:cubicBezTo>
                  <a:pt x="1752879" y="430570"/>
                  <a:pt x="1756595" y="426053"/>
                  <a:pt x="1759954" y="421574"/>
                </a:cubicBezTo>
                <a:cubicBezTo>
                  <a:pt x="1768517" y="410156"/>
                  <a:pt x="1771830" y="393865"/>
                  <a:pt x="1783705" y="385948"/>
                </a:cubicBezTo>
                <a:cubicBezTo>
                  <a:pt x="1795580" y="378031"/>
                  <a:pt x="1805485" y="365660"/>
                  <a:pt x="1819331" y="362198"/>
                </a:cubicBezTo>
                <a:lnTo>
                  <a:pt x="1866832" y="350322"/>
                </a:lnTo>
                <a:cubicBezTo>
                  <a:pt x="1902458" y="352301"/>
                  <a:pt x="1938264" y="352170"/>
                  <a:pt x="1973710" y="356260"/>
                </a:cubicBezTo>
                <a:cubicBezTo>
                  <a:pt x="1989924" y="358131"/>
                  <a:pt x="2005378" y="364177"/>
                  <a:pt x="2021212" y="368135"/>
                </a:cubicBezTo>
                <a:cubicBezTo>
                  <a:pt x="2029129" y="370114"/>
                  <a:pt x="2036812" y="373665"/>
                  <a:pt x="2044962" y="374073"/>
                </a:cubicBezTo>
                <a:lnTo>
                  <a:pt x="2163715" y="380011"/>
                </a:lnTo>
                <a:lnTo>
                  <a:pt x="2199341" y="391886"/>
                </a:lnTo>
                <a:cubicBezTo>
                  <a:pt x="2205279" y="393865"/>
                  <a:pt x="2211946" y="394352"/>
                  <a:pt x="2217154" y="397824"/>
                </a:cubicBezTo>
                <a:cubicBezTo>
                  <a:pt x="2230378" y="406640"/>
                  <a:pt x="2237175" y="409489"/>
                  <a:pt x="2246843" y="421574"/>
                </a:cubicBezTo>
                <a:cubicBezTo>
                  <a:pt x="2251301" y="427146"/>
                  <a:pt x="2255820" y="432866"/>
                  <a:pt x="2258718" y="439387"/>
                </a:cubicBezTo>
                <a:cubicBezTo>
                  <a:pt x="2263802" y="450826"/>
                  <a:pt x="2260178" y="468069"/>
                  <a:pt x="2270593" y="475013"/>
                </a:cubicBezTo>
                <a:lnTo>
                  <a:pt x="2288406" y="486889"/>
                </a:lnTo>
                <a:cubicBezTo>
                  <a:pt x="2296323" y="498764"/>
                  <a:pt x="2307644" y="508975"/>
                  <a:pt x="2312157" y="522515"/>
                </a:cubicBezTo>
                <a:lnTo>
                  <a:pt x="2317237" y="537756"/>
                </a:lnTo>
                <a:lnTo>
                  <a:pt x="2314611" y="547740"/>
                </a:lnTo>
                <a:cubicBezTo>
                  <a:pt x="2312804" y="557098"/>
                  <a:pt x="2312157" y="567944"/>
                  <a:pt x="2312157" y="587829"/>
                </a:cubicBezTo>
                <a:cubicBezTo>
                  <a:pt x="2312157" y="594088"/>
                  <a:pt x="2315771" y="611453"/>
                  <a:pt x="2318095" y="605642"/>
                </a:cubicBezTo>
                <a:cubicBezTo>
                  <a:pt x="2324021" y="590826"/>
                  <a:pt x="2322053" y="573975"/>
                  <a:pt x="2324032" y="558141"/>
                </a:cubicBezTo>
                <a:lnTo>
                  <a:pt x="2317237" y="537756"/>
                </a:lnTo>
                <a:lnTo>
                  <a:pt x="2318258" y="533875"/>
                </a:lnTo>
                <a:lnTo>
                  <a:pt x="2324009" y="516646"/>
                </a:lnTo>
                <a:lnTo>
                  <a:pt x="2325965" y="523034"/>
                </a:lnTo>
                <a:cubicBezTo>
                  <a:pt x="2329100" y="535394"/>
                  <a:pt x="2321131" y="526233"/>
                  <a:pt x="2329970" y="623455"/>
                </a:cubicBezTo>
                <a:cubicBezTo>
                  <a:pt x="2330709" y="631582"/>
                  <a:pt x="2333929" y="639289"/>
                  <a:pt x="2335908" y="647206"/>
                </a:cubicBezTo>
                <a:cubicBezTo>
                  <a:pt x="2333929" y="706582"/>
                  <a:pt x="2337573" y="766414"/>
                  <a:pt x="2329970" y="825335"/>
                </a:cubicBezTo>
                <a:cubicBezTo>
                  <a:pt x="2329169" y="831542"/>
                  <a:pt x="2318267" y="829915"/>
                  <a:pt x="2312157" y="831273"/>
                </a:cubicBezTo>
                <a:cubicBezTo>
                  <a:pt x="2300405" y="833885"/>
                  <a:pt x="2288449" y="835508"/>
                  <a:pt x="2276531" y="837211"/>
                </a:cubicBezTo>
                <a:cubicBezTo>
                  <a:pt x="2260735" y="839468"/>
                  <a:pt x="2244801" y="840722"/>
                  <a:pt x="2229030" y="843148"/>
                </a:cubicBezTo>
                <a:cubicBezTo>
                  <a:pt x="2199549" y="847684"/>
                  <a:pt x="2190752" y="849348"/>
                  <a:pt x="2191448" y="849629"/>
                </a:cubicBezTo>
                <a:lnTo>
                  <a:pt x="2208195" y="848059"/>
                </a:lnTo>
                <a:lnTo>
                  <a:pt x="2199785" y="849075"/>
                </a:lnTo>
                <a:cubicBezTo>
                  <a:pt x="2188891" y="850411"/>
                  <a:pt x="2173376" y="852332"/>
                  <a:pt x="2151840" y="855024"/>
                </a:cubicBezTo>
                <a:lnTo>
                  <a:pt x="1320567" y="849086"/>
                </a:lnTo>
                <a:cubicBezTo>
                  <a:pt x="1226066" y="847843"/>
                  <a:pt x="1231084" y="844939"/>
                  <a:pt x="1252884" y="842768"/>
                </a:cubicBezTo>
                <a:lnTo>
                  <a:pt x="1259896" y="842238"/>
                </a:lnTo>
                <a:lnTo>
                  <a:pt x="1285892" y="840842"/>
                </a:lnTo>
                <a:cubicBezTo>
                  <a:pt x="1304141" y="839719"/>
                  <a:pt x="1293077" y="839984"/>
                  <a:pt x="1277214" y="840929"/>
                </a:cubicBezTo>
                <a:lnTo>
                  <a:pt x="1259896" y="842238"/>
                </a:lnTo>
                <a:lnTo>
                  <a:pt x="1233468" y="843657"/>
                </a:lnTo>
                <a:cubicBezTo>
                  <a:pt x="1206622" y="845002"/>
                  <a:pt x="1169383" y="846782"/>
                  <a:pt x="1118687" y="849086"/>
                </a:cubicBezTo>
                <a:cubicBezTo>
                  <a:pt x="946385" y="866317"/>
                  <a:pt x="1142474" y="849086"/>
                  <a:pt x="756489" y="849086"/>
                </a:cubicBezTo>
                <a:cubicBezTo>
                  <a:pt x="639698" y="849086"/>
                  <a:pt x="522941" y="853045"/>
                  <a:pt x="406167" y="855024"/>
                </a:cubicBezTo>
                <a:cubicBezTo>
                  <a:pt x="374500" y="853045"/>
                  <a:pt x="342785" y="851721"/>
                  <a:pt x="311165" y="849086"/>
                </a:cubicBezTo>
                <a:cubicBezTo>
                  <a:pt x="234021" y="842657"/>
                  <a:pt x="246840" y="883722"/>
                  <a:pt x="233975" y="849086"/>
                </a:cubicBezTo>
                <a:lnTo>
                  <a:pt x="232075" y="840515"/>
                </a:lnTo>
                <a:lnTo>
                  <a:pt x="205508" y="838606"/>
                </a:lnTo>
                <a:cubicBezTo>
                  <a:pt x="154232" y="834892"/>
                  <a:pt x="269335" y="843070"/>
                  <a:pt x="111205" y="834286"/>
                </a:cubicBezTo>
                <a:cubicBezTo>
                  <a:pt x="22203" y="829342"/>
                  <a:pt x="23800" y="839889"/>
                  <a:pt x="6991" y="834286"/>
                </a:cubicBezTo>
                <a:cubicBezTo>
                  <a:pt x="-9818" y="828683"/>
                  <a:pt x="8759" y="811817"/>
                  <a:pt x="10352" y="800668"/>
                </a:cubicBezTo>
                <a:cubicBezTo>
                  <a:pt x="11005" y="796094"/>
                  <a:pt x="12808" y="791752"/>
                  <a:pt x="13714" y="787221"/>
                </a:cubicBezTo>
                <a:cubicBezTo>
                  <a:pt x="15051" y="780537"/>
                  <a:pt x="15648" y="773715"/>
                  <a:pt x="17076" y="767050"/>
                </a:cubicBezTo>
                <a:lnTo>
                  <a:pt x="18967" y="759485"/>
                </a:lnTo>
                <a:lnTo>
                  <a:pt x="17076" y="797306"/>
                </a:lnTo>
                <a:cubicBezTo>
                  <a:pt x="17076" y="807453"/>
                  <a:pt x="15900" y="818486"/>
                  <a:pt x="20438" y="827562"/>
                </a:cubicBezTo>
                <a:cubicBezTo>
                  <a:pt x="21077" y="828840"/>
                  <a:pt x="21536" y="828778"/>
                  <a:pt x="21884" y="827880"/>
                </a:cubicBezTo>
                <a:lnTo>
                  <a:pt x="22156" y="826222"/>
                </a:lnTo>
                <a:lnTo>
                  <a:pt x="23098" y="831700"/>
                </a:lnTo>
                <a:cubicBezTo>
                  <a:pt x="23433" y="832916"/>
                  <a:pt x="23695" y="832902"/>
                  <a:pt x="23799" y="830924"/>
                </a:cubicBezTo>
                <a:lnTo>
                  <a:pt x="25565" y="751478"/>
                </a:lnTo>
                <a:lnTo>
                  <a:pt x="27161" y="743518"/>
                </a:lnTo>
                <a:lnTo>
                  <a:pt x="26761" y="728310"/>
                </a:lnTo>
                <a:lnTo>
                  <a:pt x="27161" y="726709"/>
                </a:lnTo>
                <a:cubicBezTo>
                  <a:pt x="30636" y="681542"/>
                  <a:pt x="33320" y="671769"/>
                  <a:pt x="27161" y="622494"/>
                </a:cubicBezTo>
                <a:cubicBezTo>
                  <a:pt x="26722" y="618978"/>
                  <a:pt x="25041" y="613936"/>
                  <a:pt x="23470" y="609772"/>
                </a:cubicBezTo>
                <a:lnTo>
                  <a:pt x="23313" y="609387"/>
                </a:lnTo>
                <a:lnTo>
                  <a:pt x="22872" y="603592"/>
                </a:lnTo>
                <a:cubicBezTo>
                  <a:pt x="20439" y="584675"/>
                  <a:pt x="16699" y="625141"/>
                  <a:pt x="23799" y="575430"/>
                </a:cubicBezTo>
                <a:cubicBezTo>
                  <a:pt x="86931" y="580690"/>
                  <a:pt x="70427" y="580920"/>
                  <a:pt x="158270" y="575430"/>
                </a:cubicBezTo>
                <a:cubicBezTo>
                  <a:pt x="162881" y="575142"/>
                  <a:pt x="167186" y="572974"/>
                  <a:pt x="171717" y="572068"/>
                </a:cubicBezTo>
                <a:cubicBezTo>
                  <a:pt x="178401" y="570731"/>
                  <a:pt x="185164" y="569827"/>
                  <a:pt x="191888" y="568706"/>
                </a:cubicBezTo>
                <a:cubicBezTo>
                  <a:pt x="195250" y="567585"/>
                  <a:pt x="198429" y="565344"/>
                  <a:pt x="201973" y="565344"/>
                </a:cubicBezTo>
                <a:cubicBezTo>
                  <a:pt x="218340" y="565344"/>
                  <a:pt x="231234" y="566332"/>
                  <a:pt x="241263" y="568475"/>
                </a:cubicBezTo>
                <a:lnTo>
                  <a:pt x="253633" y="574109"/>
                </a:lnTo>
                <a:lnTo>
                  <a:pt x="263664" y="564078"/>
                </a:lnTo>
                <a:cubicBezTo>
                  <a:pt x="265643" y="558140"/>
                  <a:pt x="266802" y="551863"/>
                  <a:pt x="269601" y="546265"/>
                </a:cubicBezTo>
                <a:cubicBezTo>
                  <a:pt x="272792" y="539882"/>
                  <a:pt x="278578" y="534973"/>
                  <a:pt x="281476" y="528452"/>
                </a:cubicBezTo>
                <a:cubicBezTo>
                  <a:pt x="286560" y="517013"/>
                  <a:pt x="289394" y="504701"/>
                  <a:pt x="293352" y="492826"/>
                </a:cubicBezTo>
                <a:lnTo>
                  <a:pt x="299289" y="475013"/>
                </a:lnTo>
                <a:lnTo>
                  <a:pt x="305227" y="457200"/>
                </a:lnTo>
                <a:cubicBezTo>
                  <a:pt x="311058" y="398890"/>
                  <a:pt x="310925" y="387151"/>
                  <a:pt x="323040" y="326572"/>
                </a:cubicBezTo>
                <a:cubicBezTo>
                  <a:pt x="326998" y="306780"/>
                  <a:pt x="330019" y="286777"/>
                  <a:pt x="334915" y="267195"/>
                </a:cubicBezTo>
                <a:cubicBezTo>
                  <a:pt x="349825" y="207558"/>
                  <a:pt x="341631" y="235172"/>
                  <a:pt x="358666" y="184068"/>
                </a:cubicBezTo>
                <a:cubicBezTo>
                  <a:pt x="360645" y="178130"/>
                  <a:pt x="361132" y="171463"/>
                  <a:pt x="364604" y="166255"/>
                </a:cubicBezTo>
                <a:lnTo>
                  <a:pt x="376479" y="148442"/>
                </a:lnTo>
                <a:cubicBezTo>
                  <a:pt x="378458" y="140525"/>
                  <a:pt x="380072" y="132508"/>
                  <a:pt x="382417" y="124691"/>
                </a:cubicBezTo>
                <a:cubicBezTo>
                  <a:pt x="386014" y="112701"/>
                  <a:pt x="390334" y="100940"/>
                  <a:pt x="394292" y="89065"/>
                </a:cubicBezTo>
                <a:lnTo>
                  <a:pt x="406167" y="53439"/>
                </a:lnTo>
                <a:cubicBezTo>
                  <a:pt x="408146" y="47501"/>
                  <a:pt x="406167" y="37605"/>
                  <a:pt x="412105" y="35626"/>
                </a:cubicBezTo>
                <a:cubicBezTo>
                  <a:pt x="454834" y="21384"/>
                  <a:pt x="401453" y="38671"/>
                  <a:pt x="453669" y="23751"/>
                </a:cubicBezTo>
                <a:cubicBezTo>
                  <a:pt x="459687" y="22031"/>
                  <a:pt x="465410" y="19331"/>
                  <a:pt x="471482" y="17813"/>
                </a:cubicBezTo>
                <a:cubicBezTo>
                  <a:pt x="481273" y="15365"/>
                  <a:pt x="491379" y="14324"/>
                  <a:pt x="501170" y="11876"/>
                </a:cubicBezTo>
                <a:cubicBezTo>
                  <a:pt x="507242" y="10358"/>
                  <a:pt x="512911" y="7456"/>
                  <a:pt x="518983" y="5938"/>
                </a:cubicBezTo>
                <a:cubicBezTo>
                  <a:pt x="528774" y="3490"/>
                  <a:pt x="538775" y="1979"/>
                  <a:pt x="548671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ular Callout 29">
            <a:extLst>
              <a:ext uri="{FF2B5EF4-FFF2-40B4-BE49-F238E27FC236}">
                <a16:creationId xmlns:a16="http://schemas.microsoft.com/office/drawing/2014/main" id="{36D846E0-6F3C-1F18-EF8F-C562671A4450}"/>
              </a:ext>
            </a:extLst>
          </p:cNvPr>
          <p:cNvSpPr/>
          <p:nvPr/>
        </p:nvSpPr>
        <p:spPr>
          <a:xfrm>
            <a:off x="5430699" y="532027"/>
            <a:ext cx="6375883" cy="4744559"/>
          </a:xfrm>
          <a:prstGeom prst="wedgeRectCallout">
            <a:avLst>
              <a:gd name="adj1" fmla="val -64336"/>
              <a:gd name="adj2" fmla="val 40081"/>
            </a:avLst>
          </a:prstGeom>
          <a:solidFill>
            <a:srgbClr val="4C48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E64DE5-09AD-AD69-08F2-D2B5A31B24A1}"/>
              </a:ext>
            </a:extLst>
          </p:cNvPr>
          <p:cNvSpPr txBox="1"/>
          <p:nvPr/>
        </p:nvSpPr>
        <p:spPr>
          <a:xfrm>
            <a:off x="6096000" y="1688093"/>
            <a:ext cx="384089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 baseline="0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/>
              </a:rPr>
              <a:t>$</a:t>
            </a: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/>
              </a:rPr>
              <a:t>37K</a:t>
            </a:r>
            <a:r>
              <a:rPr lang="en-US" sz="7200" b="1" baseline="0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/>
              </a:rPr>
              <a:t> </a:t>
            </a:r>
            <a:r>
              <a:rPr sz="7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​</a:t>
            </a:r>
            <a:endParaRPr lang="en-US" sz="4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087EE9-4040-DE83-6E37-AC9D37C40FFA}"/>
              </a:ext>
            </a:extLst>
          </p:cNvPr>
          <p:cNvSpPr txBox="1"/>
          <p:nvPr/>
        </p:nvSpPr>
        <p:spPr>
          <a:xfrm>
            <a:off x="5729070" y="813172"/>
            <a:ext cx="4267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10% Captured Opportunities: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361CE-8628-0215-F5FB-0C4DC19C35C6}"/>
              </a:ext>
            </a:extLst>
          </p:cNvPr>
          <p:cNvSpPr txBox="1"/>
          <p:nvPr/>
        </p:nvSpPr>
        <p:spPr>
          <a:xfrm>
            <a:off x="8420364" y="1644898"/>
            <a:ext cx="338621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annual added profits per truck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96D4E-62EB-D2E3-7FE0-6D026BA8A458}"/>
              </a:ext>
            </a:extLst>
          </p:cNvPr>
          <p:cNvSpPr txBox="1"/>
          <p:nvPr/>
        </p:nvSpPr>
        <p:spPr>
          <a:xfrm>
            <a:off x="6096000" y="3383404"/>
            <a:ext cx="301476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aseline="0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/>
              </a:rPr>
              <a:t>$1,282</a:t>
            </a:r>
            <a:r>
              <a:rPr sz="5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​</a:t>
            </a:r>
            <a:endParaRPr lang="en-US" sz="5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D5E7B7-31FD-011C-1108-959EAEABA6F7}"/>
                  </a:ext>
                </a:extLst>
              </p:cNvPr>
              <p:cNvSpPr txBox="1"/>
              <p:nvPr/>
            </p:nvSpPr>
            <p:spPr>
              <a:xfrm>
                <a:off x="5908539" y="5937144"/>
                <a:ext cx="542020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(10% of total profit per gal </a:t>
                </a:r>
                <a14:m>
                  <m:oMath xmlns:m="http://schemas.openxmlformats.org/officeDocument/2006/math">
                    <m:r>
                      <a:rPr lang="en-US" sz="25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5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8,500 gal)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D5E7B7-31FD-011C-1108-959EAEABA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539" y="5937144"/>
                <a:ext cx="5420202" cy="477054"/>
              </a:xfrm>
              <a:prstGeom prst="rect">
                <a:avLst/>
              </a:prstGeom>
              <a:blipFill>
                <a:blip r:embed="rId5"/>
                <a:stretch>
                  <a:fillRect l="-1800" t="-10256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19A6AE5-E7D4-4882-08F1-56531A0BD344}"/>
              </a:ext>
            </a:extLst>
          </p:cNvPr>
          <p:cNvSpPr txBox="1"/>
          <p:nvPr/>
        </p:nvSpPr>
        <p:spPr>
          <a:xfrm>
            <a:off x="8420364" y="3334534"/>
            <a:ext cx="3033054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annual added profits per truck per trip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AD278C-33CC-74F6-1577-04910C9E5676}"/>
              </a:ext>
            </a:extLst>
          </p:cNvPr>
          <p:cNvCxnSpPr>
            <a:cxnSpLocks/>
          </p:cNvCxnSpPr>
          <p:nvPr/>
        </p:nvCxnSpPr>
        <p:spPr>
          <a:xfrm>
            <a:off x="7299960" y="3154680"/>
            <a:ext cx="2636931" cy="0"/>
          </a:xfrm>
          <a:prstGeom prst="line">
            <a:avLst/>
          </a:prstGeom>
          <a:ln w="28575">
            <a:solidFill>
              <a:srgbClr val="EB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11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8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97012-FED0-8EF2-93F9-C1C02EAA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uck parked on the road&#10;&#10;AI-generated content may be incorrect.">
            <a:extLst>
              <a:ext uri="{FF2B5EF4-FFF2-40B4-BE49-F238E27FC236}">
                <a16:creationId xmlns:a16="http://schemas.microsoft.com/office/drawing/2014/main" id="{3B7CC0A4-30EB-BD3B-083E-CA471275031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4014" t="9091" r="21350"/>
          <a:stretch>
            <a:fillRect/>
          </a:stretch>
        </p:blipFill>
        <p:spPr>
          <a:xfrm>
            <a:off x="3560618" y="10"/>
            <a:ext cx="8631382" cy="7168402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1"/>
              </a:gs>
            </a:gsLst>
            <a:lin ang="10800000" scaled="0"/>
          </a:gradFill>
        </p:spPr>
      </p:pic>
      <p:sp>
        <p:nvSpPr>
          <p:cNvPr id="5" name="Google Shape;128;p26">
            <a:extLst>
              <a:ext uri="{FF2B5EF4-FFF2-40B4-BE49-F238E27FC236}">
                <a16:creationId xmlns:a16="http://schemas.microsoft.com/office/drawing/2014/main" id="{6856576C-938E-347D-33F9-0F2EFCAECBC2}"/>
              </a:ext>
            </a:extLst>
          </p:cNvPr>
          <p:cNvSpPr/>
          <p:nvPr/>
        </p:nvSpPr>
        <p:spPr>
          <a:xfrm rot="5400000">
            <a:off x="3109228" y="-837582"/>
            <a:ext cx="4130388" cy="8762113"/>
          </a:xfrm>
          <a:prstGeom prst="rect">
            <a:avLst/>
          </a:prstGeom>
          <a:solidFill>
            <a:srgbClr val="DB2C2E">
              <a:alpha val="861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5DBA6D-3211-D901-23BF-E99933C5B729}"/>
              </a:ext>
            </a:extLst>
          </p:cNvPr>
          <p:cNvSpPr txBox="1">
            <a:spLocks/>
          </p:cNvSpPr>
          <p:nvPr/>
        </p:nvSpPr>
        <p:spPr>
          <a:xfrm>
            <a:off x="902877" y="-137658"/>
            <a:ext cx="10386245" cy="120720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</a:rPr>
              <a:t>Conclusion</a:t>
            </a:r>
            <a:endParaRPr lang="en-US" sz="7000" dirty="0">
              <a:solidFill>
                <a:schemeClr val="bg1"/>
              </a:solidFill>
            </a:endParaRPr>
          </a:p>
        </p:txBody>
      </p:sp>
      <p:sp>
        <p:nvSpPr>
          <p:cNvPr id="7" name="Google Shape;131;p26">
            <a:extLst>
              <a:ext uri="{FF2B5EF4-FFF2-40B4-BE49-F238E27FC236}">
                <a16:creationId xmlns:a16="http://schemas.microsoft.com/office/drawing/2014/main" id="{D50D5B60-7D6B-D4B6-4565-A40D0260F225}"/>
              </a:ext>
            </a:extLst>
          </p:cNvPr>
          <p:cNvSpPr/>
          <p:nvPr/>
        </p:nvSpPr>
        <p:spPr>
          <a:xfrm rot="-5400000" flipH="1">
            <a:off x="9805600" y="3222067"/>
            <a:ext cx="4478400" cy="294800"/>
          </a:xfrm>
          <a:prstGeom prst="rect">
            <a:avLst/>
          </a:prstGeom>
          <a:solidFill>
            <a:srgbClr val="DB2C2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E7460-96E2-A96F-FA78-A15C55A8F0AD}"/>
              </a:ext>
            </a:extLst>
          </p:cNvPr>
          <p:cNvSpPr txBox="1"/>
          <p:nvPr/>
        </p:nvSpPr>
        <p:spPr>
          <a:xfrm>
            <a:off x="1092176" y="1983452"/>
            <a:ext cx="82042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There are millions of potential profits in cross-regional fuel transport. 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Apply our model to monitor real-time rack prices.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115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10D98-AE05-069C-3A37-70C3ED5F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CFD80-0021-E9CE-0A12-E4CE961E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Appendix</a:t>
            </a:r>
          </a:p>
        </p:txBody>
      </p:sp>
      <p:pic>
        <p:nvPicPr>
          <p:cNvPr id="7" name="Graphic 6" descr="Truck">
            <a:extLst>
              <a:ext uri="{FF2B5EF4-FFF2-40B4-BE49-F238E27FC236}">
                <a16:creationId xmlns:a16="http://schemas.microsoft.com/office/drawing/2014/main" id="{B880F3FD-24B8-7C13-954F-4F3167383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2E8D5-05B1-19EA-1309-F0463B78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Distance is city center to city center</a:t>
            </a:r>
          </a:p>
          <a:p>
            <a:r>
              <a:rPr lang="en-US" sz="2000"/>
              <a:t>Trucks are owned</a:t>
            </a:r>
          </a:p>
          <a:p>
            <a:r>
              <a:rPr lang="en-US" sz="2000"/>
              <a:t>$30/hr Truck Drivers</a:t>
            </a:r>
          </a:p>
          <a:p>
            <a:r>
              <a:rPr lang="en-US" sz="2000"/>
              <a:t>Avg. Tanker Size is 7500 gallons </a:t>
            </a:r>
          </a:p>
          <a:p>
            <a:r>
              <a:rPr lang="en-US" sz="2000"/>
              <a:t>Other methods of transportation not considered due to scope</a:t>
            </a:r>
          </a:p>
          <a:p>
            <a:r>
              <a:rPr lang="en-US" sz="2000"/>
              <a:t>Not Include NYMEX because it is a market index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8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1F5D1-1177-5523-AE49-886747344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8AEE91F-420B-6212-812F-209C5C67C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A99B8E-CAB7-3FA4-83AA-A69F95FFE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B583A2-0BD6-981F-D156-07BCFAC8F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E540D-B948-3484-8C44-2EF4102B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95" y="3750"/>
            <a:ext cx="10812563" cy="62819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50C2AF-4A04-9BA2-5C9C-B994F9FB620F}"/>
              </a:ext>
            </a:extLst>
          </p:cNvPr>
          <p:cNvSpPr txBox="1"/>
          <p:nvPr/>
        </p:nvSpPr>
        <p:spPr>
          <a:xfrm>
            <a:off x="0" y="639678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</a:rPr>
              <a:t>Source: American Transportation Research Institute</a:t>
            </a:r>
            <a:r>
              <a:rPr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​</a:t>
            </a:r>
            <a:endParaRPr lang="en-US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0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4022-7391-34A1-FE58-93382458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sources to look into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915DB-77FC-05A3-B79E-F733AC6D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Website that gives federal excise taxes on diesel fuel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https://www.fhwa.dot.gov/policyinformation/motorfueldata.cfm?utm_source=chatgpt.com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6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Widescreen</PresentationFormat>
  <Paragraphs>122</Paragraphs>
  <Slides>14</Slides>
  <Notes>10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BRAD HALL  FUEL ANALYSIS</vt:lpstr>
      <vt:lpstr>PowerPoint Presentation</vt:lpstr>
      <vt:lpstr>PowerPoint Presentation</vt:lpstr>
      <vt:lpstr>PowerPoint Presentation</vt:lpstr>
      <vt:lpstr>PowerPoint Presentation</vt:lpstr>
      <vt:lpstr>Profit Opportunities in HOU Lanes</vt:lpstr>
      <vt:lpstr>Profit Opportunities in LA Lanes</vt:lpstr>
      <vt:lpstr>Profit Opportunities in LA Lanes</vt:lpstr>
      <vt:lpstr>Profit Opportunities in LA Lanes</vt:lpstr>
      <vt:lpstr>PowerPoint Presentation</vt:lpstr>
      <vt:lpstr>Appendix</vt:lpstr>
      <vt:lpstr>PowerPoint Presentation</vt:lpstr>
      <vt:lpstr>More sources to look into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Barlow, Allison</dc:creator>
  <cp:lastModifiedBy>Barlow, Allison</cp:lastModifiedBy>
  <cp:revision>16</cp:revision>
  <dcterms:created xsi:type="dcterms:W3CDTF">2026-02-04T17:11:47Z</dcterms:created>
  <dcterms:modified xsi:type="dcterms:W3CDTF">2026-02-25T16:31:45Z</dcterms:modified>
</cp:coreProperties>
</file>